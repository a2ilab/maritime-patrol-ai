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017" r:id="rId2"/>
    <p:sldId id="1018" r:id="rId3"/>
  </p:sldIdLst>
  <p:sldSz cx="9144000" cy="6858000" type="screen4x3"/>
  <p:notesSz cx="6791325" cy="9921875"/>
  <p:embeddedFontLst>
    <p:embeddedFont>
      <p:font typeface="KoPubWorld돋움체 Bold" panose="020B0600000101010101" charset="-127"/>
      <p:bold r:id="rId6"/>
    </p:embeddedFont>
    <p:embeddedFont>
      <p:font typeface="S-Core Dream 6 Bold" panose="020B0703030302020204" pitchFamily="34" charset="-127"/>
      <p:bold r:id="rId7"/>
    </p:embeddedFont>
    <p:embeddedFont>
      <p:font typeface="맑은 고딕" panose="020B0503020000020004" pitchFamily="50" charset="-127"/>
      <p:regular r:id="rId8"/>
      <p:bold r:id="rId9"/>
    </p:embeddedFont>
    <p:embeddedFont>
      <p:font typeface="에스코어 드림 8 Heavy" panose="020B0903030302020204" pitchFamily="34" charset="-127"/>
      <p:bold r:id="rId10"/>
    </p:embeddedFont>
    <p:embeddedFont>
      <p:font typeface="S-Core Dream 7 ExtraBold" panose="020B0803030302020204" pitchFamily="34" charset="-127"/>
      <p:bold r:id="rId11"/>
    </p:embeddedFont>
    <p:embeddedFont>
      <p:font typeface="에스코어 드림 4 Regular" panose="020B0503030302020204" pitchFamily="34" charset="-127"/>
      <p:regular r:id="rId12"/>
    </p:embeddedFont>
    <p:embeddedFont>
      <p:font typeface="KoPub돋움체 Bold" panose="02020603020101020101" pitchFamily="18" charset="-127"/>
      <p:regular r:id="rId13"/>
    </p:embeddedFont>
    <p:embeddedFont>
      <p:font typeface="S-Core Dream 8 Heavy" panose="020B0903030302020204" pitchFamily="34" charset="-127"/>
      <p:bold r:id="rId14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341" userDrawn="1">
          <p15:clr>
            <a:srgbClr val="A4A3A4"/>
          </p15:clr>
        </p15:guide>
        <p15:guide id="4" pos="5420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 userDrawn="1">
          <p15:clr>
            <a:srgbClr val="A4A3A4"/>
          </p15:clr>
        </p15:guide>
        <p15:guide id="2" pos="21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1F4E79"/>
    <a:srgbClr val="2D80D3"/>
    <a:srgbClr val="15487D"/>
    <a:srgbClr val="376092"/>
    <a:srgbClr val="257380"/>
    <a:srgbClr val="84C6D8"/>
    <a:srgbClr val="CCECE0"/>
    <a:srgbClr val="4B7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28" autoAdjust="0"/>
    <p:restoredTop sz="94796" autoAdjust="0"/>
  </p:normalViewPr>
  <p:slideViewPr>
    <p:cSldViewPr>
      <p:cViewPr>
        <p:scale>
          <a:sx n="75" d="100"/>
          <a:sy n="75" d="100"/>
        </p:scale>
        <p:origin x="2874" y="858"/>
      </p:cViewPr>
      <p:guideLst>
        <p:guide orient="horz" pos="2160"/>
        <p:guide pos="2880"/>
        <p:guide pos="341"/>
        <p:guide pos="5420"/>
        <p:guide orient="horz" pos="40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8"/>
    </p:cViewPr>
  </p:sorterViewPr>
  <p:notesViewPr>
    <p:cSldViewPr>
      <p:cViewPr varScale="1">
        <p:scale>
          <a:sx n="78" d="100"/>
          <a:sy n="78" d="100"/>
        </p:scale>
        <p:origin x="-2688" y="-90"/>
      </p:cViewPr>
      <p:guideLst>
        <p:guide orient="horz" pos="3125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3647" cy="496570"/>
          </a:xfrm>
          <a:prstGeom prst="rect">
            <a:avLst/>
          </a:prstGeom>
        </p:spPr>
        <p:txBody>
          <a:bodyPr vert="horz" lIns="88134" tIns="44068" rIns="88134" bIns="440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6094" y="1"/>
            <a:ext cx="2943647" cy="496570"/>
          </a:xfrm>
          <a:prstGeom prst="rect">
            <a:avLst/>
          </a:prstGeom>
        </p:spPr>
        <p:txBody>
          <a:bodyPr vert="horz" lIns="88134" tIns="44068" rIns="88134" bIns="440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F334AE3-AF2B-469D-94DD-880BA4528144}" type="datetimeFigureOut">
              <a:rPr lang="ko-KR" altLang="en-US">
                <a:latin typeface="에스코어 드림 4 Regular" panose="020B0503030302020204" pitchFamily="50" charset="-127"/>
                <a:ea typeface="에스코어 드림 4 Regular" panose="020B0503030302020204" pitchFamily="50" charset="-127"/>
              </a:rPr>
              <a:pPr>
                <a:defRPr/>
              </a:pPr>
              <a:t>2026-03-09</a:t>
            </a:fld>
            <a:endParaRPr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23719"/>
            <a:ext cx="2943647" cy="496570"/>
          </a:xfrm>
          <a:prstGeom prst="rect">
            <a:avLst/>
          </a:prstGeom>
        </p:spPr>
        <p:txBody>
          <a:bodyPr vert="horz" lIns="88134" tIns="44068" rIns="88134" bIns="440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6094" y="9423719"/>
            <a:ext cx="2943647" cy="496570"/>
          </a:xfrm>
          <a:prstGeom prst="rect">
            <a:avLst/>
          </a:prstGeom>
        </p:spPr>
        <p:txBody>
          <a:bodyPr vert="horz" lIns="88134" tIns="44068" rIns="88134" bIns="4406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4480170-19C3-4AC8-BFFE-C2F0DDAB0958}" type="slidenum">
              <a:rPr lang="ko-KR" altLang="en-US">
                <a:latin typeface="에스코어 드림 4 Regular" panose="020B0503030302020204" pitchFamily="50" charset="-127"/>
                <a:ea typeface="에스코어 드림 4 Regular" panose="020B0503030302020204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72380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3647" cy="496570"/>
          </a:xfrm>
          <a:prstGeom prst="rect">
            <a:avLst/>
          </a:prstGeom>
        </p:spPr>
        <p:txBody>
          <a:bodyPr vert="horz" lIns="88134" tIns="44068" rIns="88134" bIns="440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에스코어 드림 4 Regular" panose="020B0503030302020204" pitchFamily="50" charset="-127"/>
                <a:ea typeface="에스코어 드림 4 Regular" panose="020B05030303020202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6094" y="1"/>
            <a:ext cx="2943647" cy="496570"/>
          </a:xfrm>
          <a:prstGeom prst="rect">
            <a:avLst/>
          </a:prstGeom>
        </p:spPr>
        <p:txBody>
          <a:bodyPr vert="horz" lIns="88134" tIns="44068" rIns="88134" bIns="440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에스코어 드림 4 Regular" panose="020B0503030302020204" pitchFamily="50" charset="-127"/>
                <a:ea typeface="에스코어 드림 4 Regular" panose="020B0503030302020204" pitchFamily="50" charset="-127"/>
              </a:defRPr>
            </a:lvl1pPr>
          </a:lstStyle>
          <a:p>
            <a:pPr>
              <a:defRPr/>
            </a:pPr>
            <a:fld id="{586571C4-F192-4EDB-95C9-CF6E01E349B1}" type="datetimeFigureOut">
              <a:rPr lang="ko-KR" altLang="en-US" smtClean="0"/>
              <a:pPr>
                <a:defRPr/>
              </a:pPr>
              <a:t>2026-03-09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34" tIns="44068" rIns="88134" bIns="44068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6" y="4713449"/>
            <a:ext cx="5433694" cy="4464367"/>
          </a:xfrm>
          <a:prstGeom prst="rect">
            <a:avLst/>
          </a:prstGeom>
        </p:spPr>
        <p:txBody>
          <a:bodyPr vert="horz" lIns="88134" tIns="44068" rIns="88134" bIns="44068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3719"/>
            <a:ext cx="2943647" cy="496570"/>
          </a:xfrm>
          <a:prstGeom prst="rect">
            <a:avLst/>
          </a:prstGeom>
        </p:spPr>
        <p:txBody>
          <a:bodyPr vert="horz" lIns="88134" tIns="44068" rIns="88134" bIns="440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에스코어 드림 4 Regular" panose="020B0503030302020204" pitchFamily="50" charset="-127"/>
                <a:ea typeface="에스코어 드림 4 Regular" panose="020B05030303020202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6094" y="9423719"/>
            <a:ext cx="2943647" cy="496570"/>
          </a:xfrm>
          <a:prstGeom prst="rect">
            <a:avLst/>
          </a:prstGeom>
        </p:spPr>
        <p:txBody>
          <a:bodyPr vert="horz" lIns="88134" tIns="44068" rIns="88134" bIns="4406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에스코어 드림 4 Regular" panose="020B0503030302020204" pitchFamily="50" charset="-127"/>
                <a:ea typeface="에스코어 드림 4 Regular" panose="020B0503030302020204" pitchFamily="50" charset="-127"/>
              </a:defRPr>
            </a:lvl1pPr>
          </a:lstStyle>
          <a:p>
            <a:pPr>
              <a:defRPr/>
            </a:pPr>
            <a:fld id="{A35B92BD-F86E-4E07-A2C0-DC1271B203CE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16215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에스코어 드림 4 Regular" panose="020B0503030302020204" pitchFamily="50" charset="-127"/>
        <a:ea typeface="에스코어 드림 4 Regular" panose="020B0503030302020204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에스코어 드림 4 Regular" panose="020B0503030302020204" pitchFamily="50" charset="-127"/>
        <a:ea typeface="에스코어 드림 4 Regular" panose="020B0503030302020204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에스코어 드림 4 Regular" panose="020B0503030302020204" pitchFamily="50" charset="-127"/>
        <a:ea typeface="에스코어 드림 4 Regular" panose="020B0503030302020204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에스코어 드림 4 Regular" panose="020B0503030302020204" pitchFamily="50" charset="-127"/>
        <a:ea typeface="에스코어 드림 4 Regular" panose="020B0503030302020204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에스코어 드림 4 Regular" panose="020B0503030302020204" pitchFamily="50" charset="-127"/>
        <a:ea typeface="에스코어 드림 4 Regular" panose="020B05030303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772174-7E17-E24C-6108-C52694A607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C7E3ABA-ECFB-F64F-C9AD-FD19655EFD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양쪽 모서리가 둥근 사각형 2">
            <a:extLst>
              <a:ext uri="{FF2B5EF4-FFF2-40B4-BE49-F238E27FC236}">
                <a16:creationId xmlns:a16="http://schemas.microsoft.com/office/drawing/2014/main" id="{0988D17E-6E42-18EB-5989-5DD004EF3F0A}"/>
              </a:ext>
            </a:extLst>
          </p:cNvPr>
          <p:cNvSpPr/>
          <p:nvPr userDrawn="1"/>
        </p:nvSpPr>
        <p:spPr>
          <a:xfrm rot="16200000">
            <a:off x="3708019" y="585304"/>
            <a:ext cx="4467616" cy="6404352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  <p:sp>
        <p:nvSpPr>
          <p:cNvPr id="7" name="양쪽 모서리가 둥근 사각형 3">
            <a:extLst>
              <a:ext uri="{FF2B5EF4-FFF2-40B4-BE49-F238E27FC236}">
                <a16:creationId xmlns:a16="http://schemas.microsoft.com/office/drawing/2014/main" id="{D1ECC67D-47D7-1B95-F471-44A80736D25B}"/>
              </a:ext>
            </a:extLst>
          </p:cNvPr>
          <p:cNvSpPr/>
          <p:nvPr userDrawn="1"/>
        </p:nvSpPr>
        <p:spPr>
          <a:xfrm rot="16200000">
            <a:off x="3977681" y="673387"/>
            <a:ext cx="4104455" cy="6228186"/>
          </a:xfrm>
          <a:prstGeom prst="round2SameRect">
            <a:avLst>
              <a:gd name="adj1" fmla="val 1814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5BD13-9910-D7A2-A159-25A59864D024}"/>
              </a:ext>
            </a:extLst>
          </p:cNvPr>
          <p:cNvSpPr/>
          <p:nvPr userDrawn="1"/>
        </p:nvSpPr>
        <p:spPr>
          <a:xfrm>
            <a:off x="683568" y="354142"/>
            <a:ext cx="6682548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/>
          <a:p>
            <a:pPr algn="l"/>
            <a:r>
              <a:rPr kumimoji="0" lang="ko-KR" altLang="en-US" sz="1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민군 활용 </a:t>
            </a:r>
            <a:r>
              <a:rPr kumimoji="0" lang="en-US" altLang="ko-KR" sz="1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AI </a:t>
            </a:r>
            <a:r>
              <a:rPr kumimoji="0" lang="ko-KR" altLang="en-US" sz="1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기반 융복합 해양데이터</a:t>
            </a:r>
            <a:endParaRPr kumimoji="0" lang="en-US" altLang="ko-KR" sz="1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  <a:cs typeface="+mj-cs"/>
            </a:endParaRPr>
          </a:p>
          <a:p>
            <a:pPr algn="l"/>
            <a:r>
              <a:rPr kumimoji="0" lang="ko-KR" altLang="en-US" sz="1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분석기술 개발 및 보안플랫폼 구축</a:t>
            </a:r>
            <a:endParaRPr kumimoji="0" lang="en-US" altLang="ko-KR" sz="1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  <a:cs typeface="+mj-cs"/>
            </a:endParaRPr>
          </a:p>
        </p:txBody>
      </p:sp>
      <p:cxnSp>
        <p:nvCxnSpPr>
          <p:cNvPr id="9" name="직선 연결선[R] 5">
            <a:extLst>
              <a:ext uri="{FF2B5EF4-FFF2-40B4-BE49-F238E27FC236}">
                <a16:creationId xmlns:a16="http://schemas.microsoft.com/office/drawing/2014/main" id="{009303DE-7B82-6063-424D-C1AC2C7FADD9}"/>
              </a:ext>
            </a:extLst>
          </p:cNvPr>
          <p:cNvCxnSpPr>
            <a:cxnSpLocks/>
          </p:cNvCxnSpPr>
          <p:nvPr userDrawn="1"/>
        </p:nvCxnSpPr>
        <p:spPr>
          <a:xfrm>
            <a:off x="539552" y="404664"/>
            <a:ext cx="0" cy="936104"/>
          </a:xfrm>
          <a:prstGeom prst="line">
            <a:avLst/>
          </a:prstGeom>
          <a:ln w="444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1">
            <a:extLst>
              <a:ext uri="{FF2B5EF4-FFF2-40B4-BE49-F238E27FC236}">
                <a16:creationId xmlns:a16="http://schemas.microsoft.com/office/drawing/2014/main" id="{1FE875F2-1711-F5E5-8B8F-B1D9B9D7A9B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83568" y="836712"/>
            <a:ext cx="6610540" cy="5539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latinLnBrk="0">
              <a:defRPr sz="3500" b="1" kern="0" spc="-50">
                <a:solidFill>
                  <a:srgbClr val="88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에스코어 드림 8 Heavy" panose="020B0903030302020204" pitchFamily="50" charset="-127"/>
                <a:ea typeface="에스코어 드림 8 Heavy" panose="020B0903030302020204" pitchFamily="50" charset="-127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800" b="0" spc="-70" dirty="0">
                <a:solidFill>
                  <a:srgbClr val="D5EDFB"/>
                </a:solidFill>
              </a:rPr>
              <a:t>AI </a:t>
            </a:r>
            <a:r>
              <a:rPr lang="ko-KR" altLang="en-US" sz="1800" b="0" spc="-70" dirty="0">
                <a:solidFill>
                  <a:srgbClr val="D5EDFB"/>
                </a:solidFill>
              </a:rPr>
              <a:t>기반 민</a:t>
            </a:r>
            <a:r>
              <a:rPr lang="en-US" altLang="ko-KR" sz="1800" b="0" spc="-70" dirty="0">
                <a:solidFill>
                  <a:srgbClr val="D5EDFB"/>
                </a:solidFill>
              </a:rPr>
              <a:t>·</a:t>
            </a:r>
            <a:r>
              <a:rPr lang="ko-KR" altLang="en-US" sz="1800" b="0" spc="-70" dirty="0">
                <a:solidFill>
                  <a:srgbClr val="D5EDFB"/>
                </a:solidFill>
              </a:rPr>
              <a:t>군</a:t>
            </a:r>
            <a:r>
              <a:rPr lang="en-US" altLang="ko-KR" sz="1800" b="0" spc="-70" dirty="0">
                <a:solidFill>
                  <a:srgbClr val="D5EDFB"/>
                </a:solidFill>
              </a:rPr>
              <a:t>·</a:t>
            </a:r>
            <a:r>
              <a:rPr lang="ko-KR" altLang="en-US" sz="1800" b="0" spc="-70" dirty="0">
                <a:solidFill>
                  <a:srgbClr val="D5EDFB"/>
                </a:solidFill>
              </a:rPr>
              <a:t>경 융복합 해양데이터</a:t>
            </a:r>
            <a:r>
              <a:rPr lang="en-US" altLang="ko-KR" sz="1800" b="0" spc="-70" dirty="0"/>
              <a:t/>
            </a:r>
            <a:br>
              <a:rPr lang="en-US" altLang="ko-KR" sz="1800" b="0" spc="-70" dirty="0"/>
            </a:br>
            <a:r>
              <a:rPr lang="ko-KR" altLang="en-US" sz="1800" b="0" spc="-70" dirty="0">
                <a:solidFill>
                  <a:srgbClr val="CBF4CB"/>
                </a:solidFill>
              </a:rPr>
              <a:t>분석</a:t>
            </a:r>
            <a:r>
              <a:rPr lang="en-US" altLang="ko-KR" sz="1800" b="0" spc="-70" dirty="0">
                <a:solidFill>
                  <a:srgbClr val="CBF4CB"/>
                </a:solidFill>
              </a:rPr>
              <a:t>·</a:t>
            </a:r>
            <a:r>
              <a:rPr lang="ko-KR" altLang="en-US" sz="1800" b="0" spc="-70" dirty="0">
                <a:solidFill>
                  <a:srgbClr val="CBF4CB"/>
                </a:solidFill>
              </a:rPr>
              <a:t>활용 기술 개발</a:t>
            </a:r>
          </a:p>
        </p:txBody>
      </p:sp>
    </p:spTree>
    <p:extLst>
      <p:ext uri="{BB962C8B-B14F-4D97-AF65-F5344CB8AC3E}">
        <p14:creationId xmlns:p14="http://schemas.microsoft.com/office/powerpoint/2010/main" val="2020702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05E679C-BDDC-A061-DB11-7A4D2F2C52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25AB544-C0C5-0844-DB16-CE25E3D463A1}"/>
              </a:ext>
            </a:extLst>
          </p:cNvPr>
          <p:cNvSpPr/>
          <p:nvPr userDrawn="1"/>
        </p:nvSpPr>
        <p:spPr>
          <a:xfrm>
            <a:off x="683568" y="1052736"/>
            <a:ext cx="6682548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/>
          <a:p>
            <a:pPr algn="l"/>
            <a:r>
              <a:rPr kumimoji="0" lang="ko-KR" altLang="en-US" sz="1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민군 활용 </a:t>
            </a:r>
            <a:r>
              <a:rPr kumimoji="0" lang="en-US" altLang="ko-KR" sz="1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AI </a:t>
            </a:r>
            <a:r>
              <a:rPr kumimoji="0" lang="ko-KR" altLang="en-US" sz="1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기반 융복합 해양데이터</a:t>
            </a:r>
            <a:endParaRPr kumimoji="0" lang="en-US" altLang="ko-KR" sz="1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  <a:cs typeface="+mj-cs"/>
            </a:endParaRPr>
          </a:p>
          <a:p>
            <a:pPr algn="l"/>
            <a:r>
              <a:rPr kumimoji="0" lang="ko-KR" altLang="en-US" sz="1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분석기술 개발 및 보안플랫폼 구축</a:t>
            </a:r>
            <a:endParaRPr kumimoji="0" lang="en-US" altLang="ko-KR" sz="1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  <a:cs typeface="+mj-cs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99536E7E-E561-9163-9B58-6D3087D497D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83568" y="1535306"/>
            <a:ext cx="6610540" cy="5539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latinLnBrk="0">
              <a:defRPr sz="3500" b="1" kern="0" spc="-50">
                <a:solidFill>
                  <a:srgbClr val="88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에스코어 드림 8 Heavy" panose="020B0903030302020204" pitchFamily="50" charset="-127"/>
                <a:ea typeface="에스코어 드림 8 Heavy" panose="020B0903030302020204" pitchFamily="50" charset="-127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800" b="0" spc="-70" dirty="0">
                <a:solidFill>
                  <a:srgbClr val="D5EDFB"/>
                </a:solidFill>
              </a:rPr>
              <a:t>AI </a:t>
            </a:r>
            <a:r>
              <a:rPr lang="ko-KR" altLang="en-US" sz="1800" b="0" spc="-70" dirty="0">
                <a:solidFill>
                  <a:srgbClr val="D5EDFB"/>
                </a:solidFill>
              </a:rPr>
              <a:t>기반 민</a:t>
            </a:r>
            <a:r>
              <a:rPr lang="en-US" altLang="ko-KR" sz="1800" b="0" spc="-70" dirty="0">
                <a:solidFill>
                  <a:srgbClr val="D5EDFB"/>
                </a:solidFill>
              </a:rPr>
              <a:t>·</a:t>
            </a:r>
            <a:r>
              <a:rPr lang="ko-KR" altLang="en-US" sz="1800" b="0" spc="-70" dirty="0">
                <a:solidFill>
                  <a:srgbClr val="D5EDFB"/>
                </a:solidFill>
              </a:rPr>
              <a:t>군</a:t>
            </a:r>
            <a:r>
              <a:rPr lang="en-US" altLang="ko-KR" sz="1800" b="0" spc="-70" dirty="0">
                <a:solidFill>
                  <a:srgbClr val="D5EDFB"/>
                </a:solidFill>
              </a:rPr>
              <a:t>·</a:t>
            </a:r>
            <a:r>
              <a:rPr lang="ko-KR" altLang="en-US" sz="1800" b="0" spc="-70" dirty="0">
                <a:solidFill>
                  <a:srgbClr val="D5EDFB"/>
                </a:solidFill>
              </a:rPr>
              <a:t>경 융복합 해양데이터</a:t>
            </a:r>
            <a:r>
              <a:rPr lang="en-US" altLang="ko-KR" sz="1800" b="0" spc="-70" dirty="0"/>
              <a:t/>
            </a:r>
            <a:br>
              <a:rPr lang="en-US" altLang="ko-KR" sz="1800" b="0" spc="-70" dirty="0"/>
            </a:br>
            <a:r>
              <a:rPr lang="ko-KR" altLang="en-US" sz="1800" b="0" spc="-70" dirty="0">
                <a:solidFill>
                  <a:srgbClr val="CBF4CB"/>
                </a:solidFill>
              </a:rPr>
              <a:t>분석</a:t>
            </a:r>
            <a:r>
              <a:rPr lang="en-US" altLang="ko-KR" sz="1800" b="0" spc="-70" dirty="0">
                <a:solidFill>
                  <a:srgbClr val="CBF4CB"/>
                </a:solidFill>
              </a:rPr>
              <a:t>·</a:t>
            </a:r>
            <a:r>
              <a:rPr lang="ko-KR" altLang="en-US" sz="1800" b="0" spc="-70" dirty="0">
                <a:solidFill>
                  <a:srgbClr val="CBF4CB"/>
                </a:solidFill>
              </a:rPr>
              <a:t>활용 기술 개발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FCDBE5B-5E85-12FE-D237-8B88C2F9D16D}"/>
              </a:ext>
            </a:extLst>
          </p:cNvPr>
          <p:cNvCxnSpPr>
            <a:cxnSpLocks/>
          </p:cNvCxnSpPr>
          <p:nvPr userDrawn="1"/>
        </p:nvCxnSpPr>
        <p:spPr>
          <a:xfrm>
            <a:off x="683568" y="908720"/>
            <a:ext cx="748883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3781C7E-5A64-F83F-9723-67B5E564D0DA}"/>
              </a:ext>
            </a:extLst>
          </p:cNvPr>
          <p:cNvCxnSpPr>
            <a:cxnSpLocks/>
          </p:cNvCxnSpPr>
          <p:nvPr userDrawn="1"/>
        </p:nvCxnSpPr>
        <p:spPr>
          <a:xfrm>
            <a:off x="8172400" y="908720"/>
            <a:ext cx="0" cy="118058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7E65ACB-C875-3D6B-6B1C-6CE24DBA9BD2}"/>
              </a:ext>
            </a:extLst>
          </p:cNvPr>
          <p:cNvGrpSpPr/>
          <p:nvPr userDrawn="1"/>
        </p:nvGrpSpPr>
        <p:grpSpPr>
          <a:xfrm>
            <a:off x="683568" y="2348880"/>
            <a:ext cx="165769" cy="1080120"/>
            <a:chOff x="512893" y="774846"/>
            <a:chExt cx="207278" cy="1350584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A084AA46-410D-8A7C-9E11-D4739F0E5D3A}"/>
                </a:ext>
              </a:extLst>
            </p:cNvPr>
            <p:cNvSpPr/>
            <p:nvPr/>
          </p:nvSpPr>
          <p:spPr>
            <a:xfrm>
              <a:off x="530177" y="1373192"/>
              <a:ext cx="174068" cy="153320"/>
            </a:xfrm>
            <a:custGeom>
              <a:avLst/>
              <a:gdLst>
                <a:gd name="connsiteX0" fmla="*/ 214439 w 221582"/>
                <a:gd name="connsiteY0" fmla="*/ 151928 h 195171"/>
                <a:gd name="connsiteX1" fmla="*/ 122904 w 221582"/>
                <a:gd name="connsiteY1" fmla="*/ 104399 h 195171"/>
                <a:gd name="connsiteX2" fmla="*/ 137382 w 221582"/>
                <a:gd name="connsiteY2" fmla="*/ 53726 h 195171"/>
                <a:gd name="connsiteX3" fmla="*/ 148717 w 221582"/>
                <a:gd name="connsiteY3" fmla="*/ 50868 h 195171"/>
                <a:gd name="connsiteX4" fmla="*/ 164147 w 221582"/>
                <a:gd name="connsiteY4" fmla="*/ 58488 h 195171"/>
                <a:gd name="connsiteX5" fmla="*/ 172910 w 221582"/>
                <a:gd name="connsiteY5" fmla="*/ 101732 h 195171"/>
                <a:gd name="connsiteX6" fmla="*/ 174053 w 221582"/>
                <a:gd name="connsiteY6" fmla="*/ 118210 h 195171"/>
                <a:gd name="connsiteX7" fmla="*/ 184816 w 221582"/>
                <a:gd name="connsiteY7" fmla="*/ 123163 h 195171"/>
                <a:gd name="connsiteX8" fmla="*/ 204533 w 221582"/>
                <a:gd name="connsiteY8" fmla="*/ 105542 h 195171"/>
                <a:gd name="connsiteX9" fmla="*/ 215677 w 221582"/>
                <a:gd name="connsiteY9" fmla="*/ 70013 h 195171"/>
                <a:gd name="connsiteX10" fmla="*/ 191198 w 221582"/>
                <a:gd name="connsiteY10" fmla="*/ 18007 h 195171"/>
                <a:gd name="connsiteX11" fmla="*/ 135001 w 221582"/>
                <a:gd name="connsiteY11" fmla="*/ 5 h 195171"/>
                <a:gd name="connsiteX12" fmla="*/ 45275 w 221582"/>
                <a:gd name="connsiteY12" fmla="*/ 35914 h 195171"/>
                <a:gd name="connsiteX13" fmla="*/ 31 w 221582"/>
                <a:gd name="connsiteY13" fmla="*/ 149928 h 195171"/>
                <a:gd name="connsiteX14" fmla="*/ 31 w 221582"/>
                <a:gd name="connsiteY14" fmla="*/ 187552 h 195171"/>
                <a:gd name="connsiteX15" fmla="*/ 7270 w 221582"/>
                <a:gd name="connsiteY15" fmla="*/ 195172 h 195171"/>
                <a:gd name="connsiteX16" fmla="*/ 214344 w 221582"/>
                <a:gd name="connsiteY16" fmla="*/ 195172 h 195171"/>
                <a:gd name="connsiteX17" fmla="*/ 221583 w 221582"/>
                <a:gd name="connsiteY17" fmla="*/ 187933 h 195171"/>
                <a:gd name="connsiteX18" fmla="*/ 221583 w 221582"/>
                <a:gd name="connsiteY18" fmla="*/ 159072 h 195171"/>
                <a:gd name="connsiteX19" fmla="*/ 214344 w 221582"/>
                <a:gd name="connsiteY19" fmla="*/ 151833 h 195171"/>
                <a:gd name="connsiteX20" fmla="*/ 14795 w 221582"/>
                <a:gd name="connsiteY20" fmla="*/ 180789 h 195171"/>
                <a:gd name="connsiteX21" fmla="*/ 14605 w 221582"/>
                <a:gd name="connsiteY21" fmla="*/ 150214 h 195171"/>
                <a:gd name="connsiteX22" fmla="*/ 135001 w 221582"/>
                <a:gd name="connsiteY22" fmla="*/ 14578 h 195171"/>
                <a:gd name="connsiteX23" fmla="*/ 201295 w 221582"/>
                <a:gd name="connsiteY23" fmla="*/ 70013 h 195171"/>
                <a:gd name="connsiteX24" fmla="*/ 187388 w 221582"/>
                <a:gd name="connsiteY24" fmla="*/ 104399 h 195171"/>
                <a:gd name="connsiteX25" fmla="*/ 187388 w 221582"/>
                <a:gd name="connsiteY25" fmla="*/ 102303 h 195171"/>
                <a:gd name="connsiteX26" fmla="*/ 173863 w 221582"/>
                <a:gd name="connsiteY26" fmla="*/ 47725 h 195171"/>
                <a:gd name="connsiteX27" fmla="*/ 146716 w 221582"/>
                <a:gd name="connsiteY27" fmla="*/ 36295 h 195171"/>
                <a:gd name="connsiteX28" fmla="*/ 94519 w 221582"/>
                <a:gd name="connsiteY28" fmla="*/ 49535 h 195171"/>
                <a:gd name="connsiteX29" fmla="*/ 43370 w 221582"/>
                <a:gd name="connsiteY29" fmla="*/ 138212 h 195171"/>
                <a:gd name="connsiteX30" fmla="*/ 53181 w 221582"/>
                <a:gd name="connsiteY30" fmla="*/ 180884 h 195171"/>
                <a:gd name="connsiteX31" fmla="*/ 14700 w 221582"/>
                <a:gd name="connsiteY31" fmla="*/ 180884 h 195171"/>
                <a:gd name="connsiteX32" fmla="*/ 69564 w 221582"/>
                <a:gd name="connsiteY32" fmla="*/ 180789 h 195171"/>
                <a:gd name="connsiteX33" fmla="*/ 81851 w 221582"/>
                <a:gd name="connsiteY33" fmla="*/ 77729 h 195171"/>
                <a:gd name="connsiteX34" fmla="*/ 72898 w 221582"/>
                <a:gd name="connsiteY34" fmla="*/ 111733 h 195171"/>
                <a:gd name="connsiteX35" fmla="*/ 88328 w 221582"/>
                <a:gd name="connsiteY35" fmla="*/ 164978 h 195171"/>
                <a:gd name="connsiteX36" fmla="*/ 104140 w 221582"/>
                <a:gd name="connsiteY36" fmla="*/ 180789 h 195171"/>
                <a:gd name="connsiteX37" fmla="*/ 69564 w 221582"/>
                <a:gd name="connsiteY37" fmla="*/ 180789 h 195171"/>
                <a:gd name="connsiteX38" fmla="*/ 207200 w 221582"/>
                <a:gd name="connsiteY38" fmla="*/ 180789 h 195171"/>
                <a:gd name="connsiteX39" fmla="*/ 142335 w 221582"/>
                <a:gd name="connsiteY39" fmla="*/ 180789 h 195171"/>
                <a:gd name="connsiteX40" fmla="*/ 87376 w 221582"/>
                <a:gd name="connsiteY40" fmla="*/ 112495 h 195171"/>
                <a:gd name="connsiteX41" fmla="*/ 111760 w 221582"/>
                <a:gd name="connsiteY41" fmla="*/ 63536 h 195171"/>
                <a:gd name="connsiteX42" fmla="*/ 108997 w 221582"/>
                <a:gd name="connsiteY42" fmla="*/ 108304 h 195171"/>
                <a:gd name="connsiteX43" fmla="*/ 140811 w 221582"/>
                <a:gd name="connsiteY43" fmla="*/ 148976 h 195171"/>
                <a:gd name="connsiteX44" fmla="*/ 207200 w 221582"/>
                <a:gd name="connsiteY44" fmla="*/ 166121 h 195171"/>
                <a:gd name="connsiteX45" fmla="*/ 207200 w 221582"/>
                <a:gd name="connsiteY45" fmla="*/ 180694 h 195171"/>
                <a:gd name="connsiteX46" fmla="*/ 207200 w 221582"/>
                <a:gd name="connsiteY46" fmla="*/ 180694 h 195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1582" h="195171">
                  <a:moveTo>
                    <a:pt x="214439" y="151928"/>
                  </a:moveTo>
                  <a:cubicBezTo>
                    <a:pt x="164909" y="151928"/>
                    <a:pt x="131572" y="134593"/>
                    <a:pt x="122904" y="104399"/>
                  </a:cubicBezTo>
                  <a:cubicBezTo>
                    <a:pt x="116617" y="82586"/>
                    <a:pt x="125571" y="61155"/>
                    <a:pt x="137382" y="53726"/>
                  </a:cubicBezTo>
                  <a:cubicBezTo>
                    <a:pt x="141478" y="51154"/>
                    <a:pt x="143954" y="51059"/>
                    <a:pt x="148717" y="50868"/>
                  </a:cubicBezTo>
                  <a:cubicBezTo>
                    <a:pt x="153765" y="51249"/>
                    <a:pt x="158908" y="53821"/>
                    <a:pt x="164147" y="58488"/>
                  </a:cubicBezTo>
                  <a:cubicBezTo>
                    <a:pt x="174244" y="67632"/>
                    <a:pt x="173482" y="88206"/>
                    <a:pt x="172910" y="101732"/>
                  </a:cubicBezTo>
                  <a:cubicBezTo>
                    <a:pt x="172624" y="109733"/>
                    <a:pt x="172434" y="114590"/>
                    <a:pt x="174053" y="118210"/>
                  </a:cubicBezTo>
                  <a:cubicBezTo>
                    <a:pt x="175958" y="122210"/>
                    <a:pt x="180149" y="124211"/>
                    <a:pt x="184816" y="123163"/>
                  </a:cubicBezTo>
                  <a:cubicBezTo>
                    <a:pt x="191960" y="121639"/>
                    <a:pt x="199675" y="113066"/>
                    <a:pt x="204533" y="105542"/>
                  </a:cubicBezTo>
                  <a:cubicBezTo>
                    <a:pt x="211677" y="94588"/>
                    <a:pt x="215582" y="82015"/>
                    <a:pt x="215677" y="70013"/>
                  </a:cubicBezTo>
                  <a:cubicBezTo>
                    <a:pt x="215773" y="48773"/>
                    <a:pt x="207295" y="30770"/>
                    <a:pt x="191198" y="18007"/>
                  </a:cubicBezTo>
                  <a:cubicBezTo>
                    <a:pt x="176815" y="6577"/>
                    <a:pt x="156813" y="195"/>
                    <a:pt x="135001" y="5"/>
                  </a:cubicBezTo>
                  <a:cubicBezTo>
                    <a:pt x="102425" y="-281"/>
                    <a:pt x="69659" y="12768"/>
                    <a:pt x="45275" y="35914"/>
                  </a:cubicBezTo>
                  <a:cubicBezTo>
                    <a:pt x="25082" y="55059"/>
                    <a:pt x="793" y="90397"/>
                    <a:pt x="31" y="149928"/>
                  </a:cubicBezTo>
                  <a:cubicBezTo>
                    <a:pt x="-159" y="164692"/>
                    <a:pt x="603" y="177741"/>
                    <a:pt x="31" y="187552"/>
                  </a:cubicBezTo>
                  <a:cubicBezTo>
                    <a:pt x="-159" y="191743"/>
                    <a:pt x="3079" y="195172"/>
                    <a:pt x="7270" y="195172"/>
                  </a:cubicBezTo>
                  <a:lnTo>
                    <a:pt x="214344" y="195172"/>
                  </a:lnTo>
                  <a:cubicBezTo>
                    <a:pt x="218344" y="195172"/>
                    <a:pt x="221583" y="191933"/>
                    <a:pt x="221583" y="187933"/>
                  </a:cubicBezTo>
                  <a:lnTo>
                    <a:pt x="221583" y="159072"/>
                  </a:lnTo>
                  <a:cubicBezTo>
                    <a:pt x="221583" y="155072"/>
                    <a:pt x="218344" y="151833"/>
                    <a:pt x="214344" y="151833"/>
                  </a:cubicBezTo>
                  <a:close/>
                  <a:moveTo>
                    <a:pt x="14795" y="180789"/>
                  </a:moveTo>
                  <a:cubicBezTo>
                    <a:pt x="14795" y="171740"/>
                    <a:pt x="14414" y="161453"/>
                    <a:pt x="14605" y="150214"/>
                  </a:cubicBezTo>
                  <a:cubicBezTo>
                    <a:pt x="15843" y="52583"/>
                    <a:pt x="84423" y="14102"/>
                    <a:pt x="135001" y="14578"/>
                  </a:cubicBezTo>
                  <a:cubicBezTo>
                    <a:pt x="168148" y="14864"/>
                    <a:pt x="201485" y="32104"/>
                    <a:pt x="201295" y="70013"/>
                  </a:cubicBezTo>
                  <a:cubicBezTo>
                    <a:pt x="201295" y="85349"/>
                    <a:pt x="193294" y="97922"/>
                    <a:pt x="187388" y="104399"/>
                  </a:cubicBezTo>
                  <a:cubicBezTo>
                    <a:pt x="187388" y="103732"/>
                    <a:pt x="187388" y="102970"/>
                    <a:pt x="187388" y="102303"/>
                  </a:cubicBezTo>
                  <a:cubicBezTo>
                    <a:pt x="188055" y="86015"/>
                    <a:pt x="188912" y="61441"/>
                    <a:pt x="173863" y="47725"/>
                  </a:cubicBezTo>
                  <a:cubicBezTo>
                    <a:pt x="165290" y="39914"/>
                    <a:pt x="155860" y="36104"/>
                    <a:pt x="146716" y="36295"/>
                  </a:cubicBezTo>
                  <a:cubicBezTo>
                    <a:pt x="128143" y="35914"/>
                    <a:pt x="110140" y="40486"/>
                    <a:pt x="94519" y="49535"/>
                  </a:cubicBezTo>
                  <a:cubicBezTo>
                    <a:pt x="62801" y="67823"/>
                    <a:pt x="43275" y="102303"/>
                    <a:pt x="43370" y="138212"/>
                  </a:cubicBezTo>
                  <a:cubicBezTo>
                    <a:pt x="43370" y="152976"/>
                    <a:pt x="46799" y="167454"/>
                    <a:pt x="53181" y="180884"/>
                  </a:cubicBezTo>
                  <a:lnTo>
                    <a:pt x="14700" y="180884"/>
                  </a:lnTo>
                  <a:close/>
                  <a:moveTo>
                    <a:pt x="69564" y="180789"/>
                  </a:moveTo>
                  <a:cubicBezTo>
                    <a:pt x="49466" y="146404"/>
                    <a:pt x="55943" y="105351"/>
                    <a:pt x="81851" y="77729"/>
                  </a:cubicBezTo>
                  <a:cubicBezTo>
                    <a:pt x="76612" y="88016"/>
                    <a:pt x="73564" y="99636"/>
                    <a:pt x="72898" y="111733"/>
                  </a:cubicBezTo>
                  <a:cubicBezTo>
                    <a:pt x="71945" y="131164"/>
                    <a:pt x="77374" y="150119"/>
                    <a:pt x="88328" y="164978"/>
                  </a:cubicBezTo>
                  <a:cubicBezTo>
                    <a:pt x="92805" y="171169"/>
                    <a:pt x="98139" y="176408"/>
                    <a:pt x="104140" y="180789"/>
                  </a:cubicBezTo>
                  <a:lnTo>
                    <a:pt x="69564" y="180789"/>
                  </a:lnTo>
                  <a:close/>
                  <a:moveTo>
                    <a:pt x="207200" y="180789"/>
                  </a:moveTo>
                  <a:lnTo>
                    <a:pt x="142335" y="180789"/>
                  </a:lnTo>
                  <a:cubicBezTo>
                    <a:pt x="102235" y="174979"/>
                    <a:pt x="85852" y="142308"/>
                    <a:pt x="87376" y="112495"/>
                  </a:cubicBezTo>
                  <a:cubicBezTo>
                    <a:pt x="88328" y="94207"/>
                    <a:pt x="96234" y="75538"/>
                    <a:pt x="111760" y="63536"/>
                  </a:cubicBezTo>
                  <a:cubicBezTo>
                    <a:pt x="105664" y="77633"/>
                    <a:pt x="104902" y="93921"/>
                    <a:pt x="108997" y="108304"/>
                  </a:cubicBezTo>
                  <a:cubicBezTo>
                    <a:pt x="113760" y="124973"/>
                    <a:pt x="124809" y="139070"/>
                    <a:pt x="140811" y="148976"/>
                  </a:cubicBezTo>
                  <a:cubicBezTo>
                    <a:pt x="157861" y="159548"/>
                    <a:pt x="180149" y="165263"/>
                    <a:pt x="207200" y="166121"/>
                  </a:cubicBezTo>
                  <a:lnTo>
                    <a:pt x="207200" y="180694"/>
                  </a:lnTo>
                  <a:lnTo>
                    <a:pt x="207200" y="18069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3" name="그래픽 6">
              <a:extLst>
                <a:ext uri="{FF2B5EF4-FFF2-40B4-BE49-F238E27FC236}">
                  <a16:creationId xmlns:a16="http://schemas.microsoft.com/office/drawing/2014/main" id="{71645CCA-9ABD-F09F-5E24-A0AF4C67406F}"/>
                </a:ext>
              </a:extLst>
            </p:cNvPr>
            <p:cNvGrpSpPr/>
            <p:nvPr/>
          </p:nvGrpSpPr>
          <p:grpSpPr>
            <a:xfrm>
              <a:off x="512893" y="1052736"/>
              <a:ext cx="198029" cy="198512"/>
              <a:chOff x="876357" y="1367822"/>
              <a:chExt cx="252083" cy="252698"/>
            </a:xfrm>
            <a:solidFill>
              <a:srgbClr val="FFFFFF"/>
            </a:solidFill>
          </p:grpSpPr>
          <p:sp>
            <p:nvSpPr>
              <p:cNvPr id="39" name="자유형: 도형 38">
                <a:extLst>
                  <a:ext uri="{FF2B5EF4-FFF2-40B4-BE49-F238E27FC236}">
                    <a16:creationId xmlns:a16="http://schemas.microsoft.com/office/drawing/2014/main" id="{D5452009-C65F-799E-2183-7C76E974F912}"/>
                  </a:ext>
                </a:extLst>
              </p:cNvPr>
              <p:cNvSpPr/>
              <p:nvPr/>
            </p:nvSpPr>
            <p:spPr>
              <a:xfrm>
                <a:off x="876357" y="1367822"/>
                <a:ext cx="252083" cy="252698"/>
              </a:xfrm>
              <a:custGeom>
                <a:avLst/>
                <a:gdLst>
                  <a:gd name="connsiteX0" fmla="*/ 220885 w 252083"/>
                  <a:gd name="connsiteY0" fmla="*/ 103061 h 252698"/>
                  <a:gd name="connsiteX1" fmla="*/ 212503 w 252083"/>
                  <a:gd name="connsiteY1" fmla="*/ 103061 h 252698"/>
                  <a:gd name="connsiteX2" fmla="*/ 212503 w 252083"/>
                  <a:gd name="connsiteY2" fmla="*/ 90773 h 252698"/>
                  <a:gd name="connsiteX3" fmla="*/ 123444 w 252083"/>
                  <a:gd name="connsiteY3" fmla="*/ 48196 h 252698"/>
                  <a:gd name="connsiteX4" fmla="*/ 121729 w 252083"/>
                  <a:gd name="connsiteY4" fmla="*/ 47149 h 252698"/>
                  <a:gd name="connsiteX5" fmla="*/ 138113 w 252083"/>
                  <a:gd name="connsiteY5" fmla="*/ 10382 h 252698"/>
                  <a:gd name="connsiteX6" fmla="*/ 124587 w 252083"/>
                  <a:gd name="connsiteY6" fmla="*/ 4381 h 252698"/>
                  <a:gd name="connsiteX7" fmla="*/ 108014 w 252083"/>
                  <a:gd name="connsiteY7" fmla="*/ 41624 h 252698"/>
                  <a:gd name="connsiteX8" fmla="*/ 102108 w 252083"/>
                  <a:gd name="connsiteY8" fmla="*/ 40481 h 252698"/>
                  <a:gd name="connsiteX9" fmla="*/ 102108 w 252083"/>
                  <a:gd name="connsiteY9" fmla="*/ 0 h 252698"/>
                  <a:gd name="connsiteX10" fmla="*/ 87344 w 252083"/>
                  <a:gd name="connsiteY10" fmla="*/ 0 h 252698"/>
                  <a:gd name="connsiteX11" fmla="*/ 87344 w 252083"/>
                  <a:gd name="connsiteY11" fmla="*/ 40481 h 252698"/>
                  <a:gd name="connsiteX12" fmla="*/ 81439 w 252083"/>
                  <a:gd name="connsiteY12" fmla="*/ 41624 h 252698"/>
                  <a:gd name="connsiteX13" fmla="*/ 64770 w 252083"/>
                  <a:gd name="connsiteY13" fmla="*/ 4286 h 252698"/>
                  <a:gd name="connsiteX14" fmla="*/ 51245 w 252083"/>
                  <a:gd name="connsiteY14" fmla="*/ 10287 h 252698"/>
                  <a:gd name="connsiteX15" fmla="*/ 67628 w 252083"/>
                  <a:gd name="connsiteY15" fmla="*/ 47149 h 252698"/>
                  <a:gd name="connsiteX16" fmla="*/ 62675 w 252083"/>
                  <a:gd name="connsiteY16" fmla="*/ 50387 h 252698"/>
                  <a:gd name="connsiteX17" fmla="*/ 33814 w 252083"/>
                  <a:gd name="connsiteY17" fmla="*/ 21527 h 252698"/>
                  <a:gd name="connsiteX18" fmla="*/ 23336 w 252083"/>
                  <a:gd name="connsiteY18" fmla="*/ 32004 h 252698"/>
                  <a:gd name="connsiteX19" fmla="*/ 51911 w 252083"/>
                  <a:gd name="connsiteY19" fmla="*/ 60579 h 252698"/>
                  <a:gd name="connsiteX20" fmla="*/ 48101 w 252083"/>
                  <a:gd name="connsiteY20" fmla="*/ 66008 h 252698"/>
                  <a:gd name="connsiteX21" fmla="*/ 9906 w 252083"/>
                  <a:gd name="connsiteY21" fmla="*/ 51340 h 252698"/>
                  <a:gd name="connsiteX22" fmla="*/ 4572 w 252083"/>
                  <a:gd name="connsiteY22" fmla="*/ 65151 h 252698"/>
                  <a:gd name="connsiteX23" fmla="*/ 42101 w 252083"/>
                  <a:gd name="connsiteY23" fmla="*/ 79534 h 252698"/>
                  <a:gd name="connsiteX24" fmla="*/ 40481 w 252083"/>
                  <a:gd name="connsiteY24" fmla="*/ 87344 h 252698"/>
                  <a:gd name="connsiteX25" fmla="*/ 0 w 252083"/>
                  <a:gd name="connsiteY25" fmla="*/ 87344 h 252698"/>
                  <a:gd name="connsiteX26" fmla="*/ 0 w 252083"/>
                  <a:gd name="connsiteY26" fmla="*/ 102108 h 252698"/>
                  <a:gd name="connsiteX27" fmla="*/ 40481 w 252083"/>
                  <a:gd name="connsiteY27" fmla="*/ 102108 h 252698"/>
                  <a:gd name="connsiteX28" fmla="*/ 42196 w 252083"/>
                  <a:gd name="connsiteY28" fmla="*/ 110109 h 252698"/>
                  <a:gd name="connsiteX29" fmla="*/ 5334 w 252083"/>
                  <a:gd name="connsiteY29" fmla="*/ 126492 h 252698"/>
                  <a:gd name="connsiteX30" fmla="*/ 11335 w 252083"/>
                  <a:gd name="connsiteY30" fmla="*/ 140018 h 252698"/>
                  <a:gd name="connsiteX31" fmla="*/ 48292 w 252083"/>
                  <a:gd name="connsiteY31" fmla="*/ 123539 h 252698"/>
                  <a:gd name="connsiteX32" fmla="*/ 52006 w 252083"/>
                  <a:gd name="connsiteY32" fmla="*/ 128778 h 252698"/>
                  <a:gd name="connsiteX33" fmla="*/ 22479 w 252083"/>
                  <a:gd name="connsiteY33" fmla="*/ 158305 h 252698"/>
                  <a:gd name="connsiteX34" fmla="*/ 32956 w 252083"/>
                  <a:gd name="connsiteY34" fmla="*/ 168783 h 252698"/>
                  <a:gd name="connsiteX35" fmla="*/ 59912 w 252083"/>
                  <a:gd name="connsiteY35" fmla="*/ 141827 h 252698"/>
                  <a:gd name="connsiteX36" fmla="*/ 95536 w 252083"/>
                  <a:gd name="connsiteY36" fmla="*/ 164973 h 252698"/>
                  <a:gd name="connsiteX37" fmla="*/ 84392 w 252083"/>
                  <a:gd name="connsiteY37" fmla="*/ 196596 h 252698"/>
                  <a:gd name="connsiteX38" fmla="*/ 109633 w 252083"/>
                  <a:gd name="connsiteY38" fmla="*/ 196596 h 252698"/>
                  <a:gd name="connsiteX39" fmla="*/ 99441 w 252083"/>
                  <a:gd name="connsiteY39" fmla="*/ 252698 h 252698"/>
                  <a:gd name="connsiteX40" fmla="*/ 196310 w 252083"/>
                  <a:gd name="connsiteY40" fmla="*/ 165068 h 252698"/>
                  <a:gd name="connsiteX41" fmla="*/ 201835 w 252083"/>
                  <a:gd name="connsiteY41" fmla="*/ 165068 h 252698"/>
                  <a:gd name="connsiteX42" fmla="*/ 201835 w 252083"/>
                  <a:gd name="connsiteY42" fmla="*/ 189262 h 252698"/>
                  <a:gd name="connsiteX43" fmla="*/ 216599 w 252083"/>
                  <a:gd name="connsiteY43" fmla="*/ 189262 h 252698"/>
                  <a:gd name="connsiteX44" fmla="*/ 216599 w 252083"/>
                  <a:gd name="connsiteY44" fmla="*/ 165068 h 252698"/>
                  <a:gd name="connsiteX45" fmla="*/ 242983 w 252083"/>
                  <a:gd name="connsiteY45" fmla="*/ 155924 h 252698"/>
                  <a:gd name="connsiteX46" fmla="*/ 220980 w 252083"/>
                  <a:gd name="connsiteY46" fmla="*/ 102870 h 252698"/>
                  <a:gd name="connsiteX47" fmla="*/ 220980 w 252083"/>
                  <a:gd name="connsiteY47" fmla="*/ 102870 h 252698"/>
                  <a:gd name="connsiteX48" fmla="*/ 94678 w 252083"/>
                  <a:gd name="connsiteY48" fmla="*/ 54673 h 252698"/>
                  <a:gd name="connsiteX49" fmla="*/ 113062 w 252083"/>
                  <a:gd name="connsiteY49" fmla="*/ 59150 h 252698"/>
                  <a:gd name="connsiteX50" fmla="*/ 103537 w 252083"/>
                  <a:gd name="connsiteY50" fmla="*/ 83248 h 252698"/>
                  <a:gd name="connsiteX51" fmla="*/ 67723 w 252083"/>
                  <a:gd name="connsiteY51" fmla="*/ 95250 h 252698"/>
                  <a:gd name="connsiteX52" fmla="*/ 58007 w 252083"/>
                  <a:gd name="connsiteY52" fmla="*/ 110585 h 252698"/>
                  <a:gd name="connsiteX53" fmla="*/ 94678 w 252083"/>
                  <a:gd name="connsiteY53" fmla="*/ 54673 h 252698"/>
                  <a:gd name="connsiteX54" fmla="*/ 121634 w 252083"/>
                  <a:gd name="connsiteY54" fmla="*/ 212693 h 252698"/>
                  <a:gd name="connsiteX55" fmla="*/ 127254 w 252083"/>
                  <a:gd name="connsiteY55" fmla="*/ 181927 h 252698"/>
                  <a:gd name="connsiteX56" fmla="*/ 105156 w 252083"/>
                  <a:gd name="connsiteY56" fmla="*/ 181927 h 252698"/>
                  <a:gd name="connsiteX57" fmla="*/ 123444 w 252083"/>
                  <a:gd name="connsiteY57" fmla="*/ 129921 h 252698"/>
                  <a:gd name="connsiteX58" fmla="*/ 158210 w 252083"/>
                  <a:gd name="connsiteY58" fmla="*/ 129921 h 252698"/>
                  <a:gd name="connsiteX59" fmla="*/ 142399 w 252083"/>
                  <a:gd name="connsiteY59" fmla="*/ 165164 h 252698"/>
                  <a:gd name="connsiteX60" fmla="*/ 174117 w 252083"/>
                  <a:gd name="connsiteY60" fmla="*/ 165164 h 252698"/>
                  <a:gd name="connsiteX61" fmla="*/ 121634 w 252083"/>
                  <a:gd name="connsiteY61" fmla="*/ 212693 h 252698"/>
                  <a:gd name="connsiteX62" fmla="*/ 232410 w 252083"/>
                  <a:gd name="connsiteY62" fmla="*/ 145637 h 252698"/>
                  <a:gd name="connsiteX63" fmla="*/ 212503 w 252083"/>
                  <a:gd name="connsiteY63" fmla="*/ 150400 h 252698"/>
                  <a:gd name="connsiteX64" fmla="*/ 165259 w 252083"/>
                  <a:gd name="connsiteY64" fmla="*/ 150400 h 252698"/>
                  <a:gd name="connsiteX65" fmla="*/ 181070 w 252083"/>
                  <a:gd name="connsiteY65" fmla="*/ 115157 h 252698"/>
                  <a:gd name="connsiteX66" fmla="*/ 112967 w 252083"/>
                  <a:gd name="connsiteY66" fmla="*/ 115157 h 252698"/>
                  <a:gd name="connsiteX67" fmla="*/ 100584 w 252083"/>
                  <a:gd name="connsiteY67" fmla="*/ 150400 h 252698"/>
                  <a:gd name="connsiteX68" fmla="*/ 96679 w 252083"/>
                  <a:gd name="connsiteY68" fmla="*/ 150400 h 252698"/>
                  <a:gd name="connsiteX69" fmla="*/ 70580 w 252083"/>
                  <a:gd name="connsiteY69" fmla="*/ 124301 h 252698"/>
                  <a:gd name="connsiteX70" fmla="*/ 96679 w 252083"/>
                  <a:gd name="connsiteY70" fmla="*/ 98203 h 252698"/>
                  <a:gd name="connsiteX71" fmla="*/ 117920 w 252083"/>
                  <a:gd name="connsiteY71" fmla="*/ 98203 h 252698"/>
                  <a:gd name="connsiteX72" fmla="*/ 117920 w 252083"/>
                  <a:gd name="connsiteY72" fmla="*/ 90773 h 252698"/>
                  <a:gd name="connsiteX73" fmla="*/ 186118 w 252083"/>
                  <a:gd name="connsiteY73" fmla="*/ 62484 h 252698"/>
                  <a:gd name="connsiteX74" fmla="*/ 197834 w 252083"/>
                  <a:gd name="connsiteY74" fmla="*/ 90773 h 252698"/>
                  <a:gd name="connsiteX75" fmla="*/ 197834 w 252083"/>
                  <a:gd name="connsiteY75" fmla="*/ 117920 h 252698"/>
                  <a:gd name="connsiteX76" fmla="*/ 220980 w 252083"/>
                  <a:gd name="connsiteY76" fmla="*/ 117920 h 252698"/>
                  <a:gd name="connsiteX77" fmla="*/ 232505 w 252083"/>
                  <a:gd name="connsiteY77" fmla="*/ 145733 h 2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252083" h="252698">
                    <a:moveTo>
                      <a:pt x="220885" y="103061"/>
                    </a:moveTo>
                    <a:lnTo>
                      <a:pt x="212503" y="103061"/>
                    </a:lnTo>
                    <a:lnTo>
                      <a:pt x="212503" y="90773"/>
                    </a:lnTo>
                    <a:cubicBezTo>
                      <a:pt x="212503" y="44291"/>
                      <a:pt x="158687" y="19717"/>
                      <a:pt x="123444" y="48196"/>
                    </a:cubicBezTo>
                    <a:cubicBezTo>
                      <a:pt x="122873" y="47816"/>
                      <a:pt x="122301" y="47530"/>
                      <a:pt x="121729" y="47149"/>
                    </a:cubicBezTo>
                    <a:lnTo>
                      <a:pt x="138113" y="10382"/>
                    </a:lnTo>
                    <a:lnTo>
                      <a:pt x="124587" y="4381"/>
                    </a:lnTo>
                    <a:lnTo>
                      <a:pt x="108014" y="41624"/>
                    </a:lnTo>
                    <a:cubicBezTo>
                      <a:pt x="106108" y="41148"/>
                      <a:pt x="104108" y="40767"/>
                      <a:pt x="102108" y="40481"/>
                    </a:cubicBezTo>
                    <a:lnTo>
                      <a:pt x="102108" y="0"/>
                    </a:lnTo>
                    <a:lnTo>
                      <a:pt x="87344" y="0"/>
                    </a:lnTo>
                    <a:lnTo>
                      <a:pt x="87344" y="40481"/>
                    </a:lnTo>
                    <a:cubicBezTo>
                      <a:pt x="85344" y="40767"/>
                      <a:pt x="83344" y="41148"/>
                      <a:pt x="81439" y="41624"/>
                    </a:cubicBezTo>
                    <a:lnTo>
                      <a:pt x="64770" y="4286"/>
                    </a:lnTo>
                    <a:lnTo>
                      <a:pt x="51245" y="10287"/>
                    </a:lnTo>
                    <a:lnTo>
                      <a:pt x="67628" y="47149"/>
                    </a:lnTo>
                    <a:cubicBezTo>
                      <a:pt x="65913" y="48101"/>
                      <a:pt x="64294" y="49244"/>
                      <a:pt x="62675" y="50387"/>
                    </a:cubicBezTo>
                    <a:lnTo>
                      <a:pt x="33814" y="21527"/>
                    </a:lnTo>
                    <a:lnTo>
                      <a:pt x="23336" y="32004"/>
                    </a:lnTo>
                    <a:lnTo>
                      <a:pt x="51911" y="60579"/>
                    </a:lnTo>
                    <a:cubicBezTo>
                      <a:pt x="50482" y="62294"/>
                      <a:pt x="49244" y="64103"/>
                      <a:pt x="48101" y="66008"/>
                    </a:cubicBezTo>
                    <a:lnTo>
                      <a:pt x="9906" y="51340"/>
                    </a:lnTo>
                    <a:lnTo>
                      <a:pt x="4572" y="65151"/>
                    </a:lnTo>
                    <a:lnTo>
                      <a:pt x="42101" y="79534"/>
                    </a:lnTo>
                    <a:cubicBezTo>
                      <a:pt x="41339" y="82105"/>
                      <a:pt x="40862" y="84677"/>
                      <a:pt x="40481" y="87344"/>
                    </a:cubicBezTo>
                    <a:lnTo>
                      <a:pt x="0" y="87344"/>
                    </a:lnTo>
                    <a:lnTo>
                      <a:pt x="0" y="102108"/>
                    </a:lnTo>
                    <a:lnTo>
                      <a:pt x="40481" y="102108"/>
                    </a:lnTo>
                    <a:cubicBezTo>
                      <a:pt x="40862" y="104870"/>
                      <a:pt x="41434" y="107537"/>
                      <a:pt x="42196" y="110109"/>
                    </a:cubicBezTo>
                    <a:lnTo>
                      <a:pt x="5334" y="126492"/>
                    </a:lnTo>
                    <a:lnTo>
                      <a:pt x="11335" y="140018"/>
                    </a:lnTo>
                    <a:lnTo>
                      <a:pt x="48292" y="123539"/>
                    </a:lnTo>
                    <a:cubicBezTo>
                      <a:pt x="49435" y="125349"/>
                      <a:pt x="50673" y="127159"/>
                      <a:pt x="52006" y="128778"/>
                    </a:cubicBezTo>
                    <a:lnTo>
                      <a:pt x="22479" y="158305"/>
                    </a:lnTo>
                    <a:lnTo>
                      <a:pt x="32956" y="168783"/>
                    </a:lnTo>
                    <a:lnTo>
                      <a:pt x="59912" y="141827"/>
                    </a:lnTo>
                    <a:cubicBezTo>
                      <a:pt x="66389" y="155162"/>
                      <a:pt x="79820" y="164497"/>
                      <a:pt x="95536" y="164973"/>
                    </a:cubicBezTo>
                    <a:lnTo>
                      <a:pt x="84392" y="196596"/>
                    </a:lnTo>
                    <a:lnTo>
                      <a:pt x="109633" y="196596"/>
                    </a:lnTo>
                    <a:lnTo>
                      <a:pt x="99441" y="252698"/>
                    </a:lnTo>
                    <a:lnTo>
                      <a:pt x="196310" y="165068"/>
                    </a:lnTo>
                    <a:lnTo>
                      <a:pt x="201835" y="165068"/>
                    </a:lnTo>
                    <a:lnTo>
                      <a:pt x="201835" y="189262"/>
                    </a:lnTo>
                    <a:lnTo>
                      <a:pt x="216599" y="189262"/>
                    </a:lnTo>
                    <a:lnTo>
                      <a:pt x="216599" y="165068"/>
                    </a:lnTo>
                    <a:cubicBezTo>
                      <a:pt x="222980" y="165068"/>
                      <a:pt x="233363" y="165640"/>
                      <a:pt x="242983" y="155924"/>
                    </a:cubicBezTo>
                    <a:cubicBezTo>
                      <a:pt x="262509" y="136398"/>
                      <a:pt x="248507" y="102870"/>
                      <a:pt x="220980" y="102870"/>
                    </a:cubicBezTo>
                    <a:lnTo>
                      <a:pt x="220980" y="102870"/>
                    </a:lnTo>
                    <a:close/>
                    <a:moveTo>
                      <a:pt x="94678" y="54673"/>
                    </a:moveTo>
                    <a:cubicBezTo>
                      <a:pt x="101155" y="54673"/>
                      <a:pt x="107442" y="56197"/>
                      <a:pt x="113062" y="59150"/>
                    </a:cubicBezTo>
                    <a:cubicBezTo>
                      <a:pt x="108109" y="66199"/>
                      <a:pt x="104775" y="74390"/>
                      <a:pt x="103537" y="83248"/>
                    </a:cubicBezTo>
                    <a:cubicBezTo>
                      <a:pt x="94488" y="83248"/>
                      <a:pt x="80677" y="82296"/>
                      <a:pt x="67723" y="95250"/>
                    </a:cubicBezTo>
                    <a:cubicBezTo>
                      <a:pt x="63341" y="99631"/>
                      <a:pt x="60103" y="104870"/>
                      <a:pt x="58007" y="110585"/>
                    </a:cubicBezTo>
                    <a:cubicBezTo>
                      <a:pt x="46577" y="84296"/>
                      <a:pt x="65818" y="54673"/>
                      <a:pt x="94678" y="54673"/>
                    </a:cubicBezTo>
                    <a:close/>
                    <a:moveTo>
                      <a:pt x="121634" y="212693"/>
                    </a:moveTo>
                    <a:lnTo>
                      <a:pt x="127254" y="181927"/>
                    </a:lnTo>
                    <a:lnTo>
                      <a:pt x="105156" y="181927"/>
                    </a:lnTo>
                    <a:lnTo>
                      <a:pt x="123444" y="129921"/>
                    </a:lnTo>
                    <a:lnTo>
                      <a:pt x="158210" y="129921"/>
                    </a:lnTo>
                    <a:lnTo>
                      <a:pt x="142399" y="165164"/>
                    </a:lnTo>
                    <a:lnTo>
                      <a:pt x="174117" y="165164"/>
                    </a:lnTo>
                    <a:lnTo>
                      <a:pt x="121634" y="212693"/>
                    </a:lnTo>
                    <a:close/>
                    <a:moveTo>
                      <a:pt x="232410" y="145637"/>
                    </a:moveTo>
                    <a:cubicBezTo>
                      <a:pt x="226695" y="151352"/>
                      <a:pt x="220885" y="150400"/>
                      <a:pt x="212503" y="150400"/>
                    </a:cubicBezTo>
                    <a:lnTo>
                      <a:pt x="165259" y="150400"/>
                    </a:lnTo>
                    <a:lnTo>
                      <a:pt x="181070" y="115157"/>
                    </a:lnTo>
                    <a:lnTo>
                      <a:pt x="112967" y="115157"/>
                    </a:lnTo>
                    <a:lnTo>
                      <a:pt x="100584" y="150400"/>
                    </a:lnTo>
                    <a:lnTo>
                      <a:pt x="96679" y="150400"/>
                    </a:lnTo>
                    <a:cubicBezTo>
                      <a:pt x="82296" y="150400"/>
                      <a:pt x="70580" y="138684"/>
                      <a:pt x="70580" y="124301"/>
                    </a:cubicBezTo>
                    <a:cubicBezTo>
                      <a:pt x="70580" y="109919"/>
                      <a:pt x="82296" y="98203"/>
                      <a:pt x="96679" y="98203"/>
                    </a:cubicBezTo>
                    <a:lnTo>
                      <a:pt x="117920" y="98203"/>
                    </a:lnTo>
                    <a:lnTo>
                      <a:pt x="117920" y="90773"/>
                    </a:lnTo>
                    <a:cubicBezTo>
                      <a:pt x="117920" y="55435"/>
                      <a:pt x="161068" y="37433"/>
                      <a:pt x="186118" y="62484"/>
                    </a:cubicBezTo>
                    <a:cubicBezTo>
                      <a:pt x="193643" y="70009"/>
                      <a:pt x="197834" y="80105"/>
                      <a:pt x="197834" y="90773"/>
                    </a:cubicBezTo>
                    <a:lnTo>
                      <a:pt x="197834" y="117920"/>
                    </a:lnTo>
                    <a:lnTo>
                      <a:pt x="220980" y="117920"/>
                    </a:lnTo>
                    <a:cubicBezTo>
                      <a:pt x="235363" y="117920"/>
                      <a:pt x="242697" y="135446"/>
                      <a:pt x="232505" y="1457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0" name="자유형: 도형 39">
                <a:extLst>
                  <a:ext uri="{FF2B5EF4-FFF2-40B4-BE49-F238E27FC236}">
                    <a16:creationId xmlns:a16="http://schemas.microsoft.com/office/drawing/2014/main" id="{36790E71-F03B-9C4B-DE7C-F68BBEEA402B}"/>
                  </a:ext>
                </a:extLst>
              </p:cNvPr>
              <p:cNvSpPr/>
              <p:nvPr/>
            </p:nvSpPr>
            <p:spPr>
              <a:xfrm>
                <a:off x="1046474" y="1572990"/>
                <a:ext cx="14763" cy="31527"/>
              </a:xfrm>
              <a:custGeom>
                <a:avLst/>
                <a:gdLst>
                  <a:gd name="connsiteX0" fmla="*/ 0 w 14763"/>
                  <a:gd name="connsiteY0" fmla="*/ 0 h 31527"/>
                  <a:gd name="connsiteX1" fmla="*/ 14764 w 14763"/>
                  <a:gd name="connsiteY1" fmla="*/ 0 h 31527"/>
                  <a:gd name="connsiteX2" fmla="*/ 14764 w 14763"/>
                  <a:gd name="connsiteY2" fmla="*/ 31528 h 31527"/>
                  <a:gd name="connsiteX3" fmla="*/ 0 w 14763"/>
                  <a:gd name="connsiteY3" fmla="*/ 31528 h 31527"/>
                  <a:gd name="connsiteX4" fmla="*/ 0 w 14763"/>
                  <a:gd name="connsiteY4" fmla="*/ 0 h 31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63" h="31527">
                    <a:moveTo>
                      <a:pt x="0" y="0"/>
                    </a:moveTo>
                    <a:lnTo>
                      <a:pt x="14764" y="0"/>
                    </a:lnTo>
                    <a:lnTo>
                      <a:pt x="14764" y="31528"/>
                    </a:lnTo>
                    <a:lnTo>
                      <a:pt x="0" y="315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id="{9009FB35-CF32-3AA3-C684-6CAD4BFEF849}"/>
                  </a:ext>
                </a:extLst>
              </p:cNvPr>
              <p:cNvSpPr/>
              <p:nvPr/>
            </p:nvSpPr>
            <p:spPr>
              <a:xfrm>
                <a:off x="1078002" y="1572990"/>
                <a:ext cx="14763" cy="31527"/>
              </a:xfrm>
              <a:custGeom>
                <a:avLst/>
                <a:gdLst>
                  <a:gd name="connsiteX0" fmla="*/ 0 w 14763"/>
                  <a:gd name="connsiteY0" fmla="*/ 0 h 31527"/>
                  <a:gd name="connsiteX1" fmla="*/ 14764 w 14763"/>
                  <a:gd name="connsiteY1" fmla="*/ 0 h 31527"/>
                  <a:gd name="connsiteX2" fmla="*/ 14764 w 14763"/>
                  <a:gd name="connsiteY2" fmla="*/ 31528 h 31527"/>
                  <a:gd name="connsiteX3" fmla="*/ 0 w 14763"/>
                  <a:gd name="connsiteY3" fmla="*/ 31528 h 31527"/>
                  <a:gd name="connsiteX4" fmla="*/ 0 w 14763"/>
                  <a:gd name="connsiteY4" fmla="*/ 0 h 31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63" h="31527">
                    <a:moveTo>
                      <a:pt x="0" y="0"/>
                    </a:moveTo>
                    <a:lnTo>
                      <a:pt x="14764" y="0"/>
                    </a:lnTo>
                    <a:lnTo>
                      <a:pt x="14764" y="31528"/>
                    </a:lnTo>
                    <a:lnTo>
                      <a:pt x="0" y="315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4" name="그래픽 6">
              <a:extLst>
                <a:ext uri="{FF2B5EF4-FFF2-40B4-BE49-F238E27FC236}">
                  <a16:creationId xmlns:a16="http://schemas.microsoft.com/office/drawing/2014/main" id="{E88CD00C-D25F-2C85-3475-B45BFCBF9C46}"/>
                </a:ext>
              </a:extLst>
            </p:cNvPr>
            <p:cNvGrpSpPr/>
            <p:nvPr/>
          </p:nvGrpSpPr>
          <p:grpSpPr>
            <a:xfrm>
              <a:off x="539552" y="774846"/>
              <a:ext cx="155936" cy="155946"/>
              <a:chOff x="2131943" y="1124648"/>
              <a:chExt cx="198500" cy="198513"/>
            </a:xfrm>
            <a:solidFill>
              <a:srgbClr val="FFFFFF"/>
            </a:solidFill>
          </p:grpSpPr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708EE3DD-2442-D85B-0E33-835B38B907BC}"/>
                  </a:ext>
                </a:extLst>
              </p:cNvPr>
              <p:cNvSpPr/>
              <p:nvPr/>
            </p:nvSpPr>
            <p:spPr>
              <a:xfrm>
                <a:off x="2131943" y="1294848"/>
                <a:ext cx="198405" cy="28313"/>
              </a:xfrm>
              <a:custGeom>
                <a:avLst/>
                <a:gdLst>
                  <a:gd name="connsiteX0" fmla="*/ 191357 w 198405"/>
                  <a:gd name="connsiteY0" fmla="*/ 12 h 28313"/>
                  <a:gd name="connsiteX1" fmla="*/ 171164 w 198405"/>
                  <a:gd name="connsiteY1" fmla="*/ 8966 h 28313"/>
                  <a:gd name="connsiteX2" fmla="*/ 152495 w 198405"/>
                  <a:gd name="connsiteY2" fmla="*/ 11442 h 28313"/>
                  <a:gd name="connsiteX3" fmla="*/ 150019 w 198405"/>
                  <a:gd name="connsiteY3" fmla="*/ 8966 h 28313"/>
                  <a:gd name="connsiteX4" fmla="*/ 111633 w 198405"/>
                  <a:gd name="connsiteY4" fmla="*/ 6966 h 28313"/>
                  <a:gd name="connsiteX5" fmla="*/ 109633 w 198405"/>
                  <a:gd name="connsiteY5" fmla="*/ 8966 h 28313"/>
                  <a:gd name="connsiteX6" fmla="*/ 91059 w 198405"/>
                  <a:gd name="connsiteY6" fmla="*/ 11442 h 28313"/>
                  <a:gd name="connsiteX7" fmla="*/ 88583 w 198405"/>
                  <a:gd name="connsiteY7" fmla="*/ 8966 h 28313"/>
                  <a:gd name="connsiteX8" fmla="*/ 50292 w 198405"/>
                  <a:gd name="connsiteY8" fmla="*/ 6966 h 28313"/>
                  <a:gd name="connsiteX9" fmla="*/ 48292 w 198405"/>
                  <a:gd name="connsiteY9" fmla="*/ 8966 h 28313"/>
                  <a:gd name="connsiteX10" fmla="*/ 29718 w 198405"/>
                  <a:gd name="connsiteY10" fmla="*/ 11442 h 28313"/>
                  <a:gd name="connsiteX11" fmla="*/ 27242 w 198405"/>
                  <a:gd name="connsiteY11" fmla="*/ 8966 h 28313"/>
                  <a:gd name="connsiteX12" fmla="*/ 7048 w 198405"/>
                  <a:gd name="connsiteY12" fmla="*/ 12 h 28313"/>
                  <a:gd name="connsiteX13" fmla="*/ 0 w 198405"/>
                  <a:gd name="connsiteY13" fmla="*/ 7061 h 28313"/>
                  <a:gd name="connsiteX14" fmla="*/ 7048 w 198405"/>
                  <a:gd name="connsiteY14" fmla="*/ 14109 h 28313"/>
                  <a:gd name="connsiteX15" fmla="*/ 17621 w 198405"/>
                  <a:gd name="connsiteY15" fmla="*/ 19348 h 28313"/>
                  <a:gd name="connsiteX16" fmla="*/ 55912 w 198405"/>
                  <a:gd name="connsiteY16" fmla="*/ 21348 h 28313"/>
                  <a:gd name="connsiteX17" fmla="*/ 57912 w 198405"/>
                  <a:gd name="connsiteY17" fmla="*/ 19348 h 28313"/>
                  <a:gd name="connsiteX18" fmla="*/ 76486 w 198405"/>
                  <a:gd name="connsiteY18" fmla="*/ 16872 h 28313"/>
                  <a:gd name="connsiteX19" fmla="*/ 78962 w 198405"/>
                  <a:gd name="connsiteY19" fmla="*/ 19348 h 28313"/>
                  <a:gd name="connsiteX20" fmla="*/ 117253 w 198405"/>
                  <a:gd name="connsiteY20" fmla="*/ 21348 h 28313"/>
                  <a:gd name="connsiteX21" fmla="*/ 119253 w 198405"/>
                  <a:gd name="connsiteY21" fmla="*/ 19348 h 28313"/>
                  <a:gd name="connsiteX22" fmla="*/ 137922 w 198405"/>
                  <a:gd name="connsiteY22" fmla="*/ 16872 h 28313"/>
                  <a:gd name="connsiteX23" fmla="*/ 140398 w 198405"/>
                  <a:gd name="connsiteY23" fmla="*/ 19348 h 28313"/>
                  <a:gd name="connsiteX24" fmla="*/ 178784 w 198405"/>
                  <a:gd name="connsiteY24" fmla="*/ 21348 h 28313"/>
                  <a:gd name="connsiteX25" fmla="*/ 180784 w 198405"/>
                  <a:gd name="connsiteY25" fmla="*/ 19348 h 28313"/>
                  <a:gd name="connsiteX26" fmla="*/ 191357 w 198405"/>
                  <a:gd name="connsiteY26" fmla="*/ 14109 h 28313"/>
                  <a:gd name="connsiteX27" fmla="*/ 198406 w 198405"/>
                  <a:gd name="connsiteY27" fmla="*/ 7061 h 28313"/>
                  <a:gd name="connsiteX28" fmla="*/ 191357 w 198405"/>
                  <a:gd name="connsiteY28" fmla="*/ 12 h 28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98405" h="28313">
                    <a:moveTo>
                      <a:pt x="191357" y="12"/>
                    </a:moveTo>
                    <a:cubicBezTo>
                      <a:pt x="183642" y="12"/>
                      <a:pt x="176403" y="3346"/>
                      <a:pt x="171164" y="8966"/>
                    </a:cubicBezTo>
                    <a:cubicBezTo>
                      <a:pt x="166688" y="14776"/>
                      <a:pt x="158305" y="15919"/>
                      <a:pt x="152495" y="11442"/>
                    </a:cubicBezTo>
                    <a:cubicBezTo>
                      <a:pt x="151543" y="10776"/>
                      <a:pt x="150781" y="9918"/>
                      <a:pt x="150019" y="8966"/>
                    </a:cubicBezTo>
                    <a:cubicBezTo>
                      <a:pt x="139922" y="-2178"/>
                      <a:pt x="122777" y="-3036"/>
                      <a:pt x="111633" y="6966"/>
                    </a:cubicBezTo>
                    <a:cubicBezTo>
                      <a:pt x="110966" y="7632"/>
                      <a:pt x="110300" y="8204"/>
                      <a:pt x="109633" y="8966"/>
                    </a:cubicBezTo>
                    <a:cubicBezTo>
                      <a:pt x="105156" y="14776"/>
                      <a:pt x="96869" y="15919"/>
                      <a:pt x="91059" y="11442"/>
                    </a:cubicBezTo>
                    <a:cubicBezTo>
                      <a:pt x="90106" y="10776"/>
                      <a:pt x="89344" y="9918"/>
                      <a:pt x="88583" y="8966"/>
                    </a:cubicBezTo>
                    <a:cubicBezTo>
                      <a:pt x="78581" y="-2178"/>
                      <a:pt x="61436" y="-3036"/>
                      <a:pt x="50292" y="6966"/>
                    </a:cubicBezTo>
                    <a:cubicBezTo>
                      <a:pt x="49625" y="7632"/>
                      <a:pt x="48958" y="8299"/>
                      <a:pt x="48292" y="8966"/>
                    </a:cubicBezTo>
                    <a:cubicBezTo>
                      <a:pt x="43815" y="14776"/>
                      <a:pt x="35528" y="15919"/>
                      <a:pt x="29718" y="11442"/>
                    </a:cubicBezTo>
                    <a:cubicBezTo>
                      <a:pt x="28766" y="10776"/>
                      <a:pt x="27908" y="9918"/>
                      <a:pt x="27242" y="8966"/>
                    </a:cubicBezTo>
                    <a:cubicBezTo>
                      <a:pt x="22098" y="3251"/>
                      <a:pt x="14764" y="12"/>
                      <a:pt x="7048" y="12"/>
                    </a:cubicBezTo>
                    <a:cubicBezTo>
                      <a:pt x="3143" y="12"/>
                      <a:pt x="0" y="3156"/>
                      <a:pt x="0" y="7061"/>
                    </a:cubicBezTo>
                    <a:cubicBezTo>
                      <a:pt x="0" y="10966"/>
                      <a:pt x="3143" y="14109"/>
                      <a:pt x="7048" y="14109"/>
                    </a:cubicBezTo>
                    <a:cubicBezTo>
                      <a:pt x="11144" y="14109"/>
                      <a:pt x="15050" y="16110"/>
                      <a:pt x="17621" y="19348"/>
                    </a:cubicBezTo>
                    <a:cubicBezTo>
                      <a:pt x="27622" y="30492"/>
                      <a:pt x="44767" y="31350"/>
                      <a:pt x="55912" y="21348"/>
                    </a:cubicBezTo>
                    <a:cubicBezTo>
                      <a:pt x="56579" y="20682"/>
                      <a:pt x="57245" y="20015"/>
                      <a:pt x="57912" y="19348"/>
                    </a:cubicBezTo>
                    <a:cubicBezTo>
                      <a:pt x="62389" y="13538"/>
                      <a:pt x="70675" y="12395"/>
                      <a:pt x="76486" y="16872"/>
                    </a:cubicBezTo>
                    <a:cubicBezTo>
                      <a:pt x="77438" y="17538"/>
                      <a:pt x="78296" y="18396"/>
                      <a:pt x="78962" y="19348"/>
                    </a:cubicBezTo>
                    <a:cubicBezTo>
                      <a:pt x="88963" y="30492"/>
                      <a:pt x="106204" y="31350"/>
                      <a:pt x="117253" y="21348"/>
                    </a:cubicBezTo>
                    <a:cubicBezTo>
                      <a:pt x="117919" y="20682"/>
                      <a:pt x="118586" y="20015"/>
                      <a:pt x="119253" y="19348"/>
                    </a:cubicBezTo>
                    <a:cubicBezTo>
                      <a:pt x="123730" y="13538"/>
                      <a:pt x="132112" y="12395"/>
                      <a:pt x="137922" y="16872"/>
                    </a:cubicBezTo>
                    <a:cubicBezTo>
                      <a:pt x="138875" y="17538"/>
                      <a:pt x="139637" y="18396"/>
                      <a:pt x="140398" y="19348"/>
                    </a:cubicBezTo>
                    <a:cubicBezTo>
                      <a:pt x="150495" y="30492"/>
                      <a:pt x="167640" y="31350"/>
                      <a:pt x="178784" y="21348"/>
                    </a:cubicBezTo>
                    <a:cubicBezTo>
                      <a:pt x="179451" y="20777"/>
                      <a:pt x="180118" y="20110"/>
                      <a:pt x="180784" y="19348"/>
                    </a:cubicBezTo>
                    <a:cubicBezTo>
                      <a:pt x="183356" y="16110"/>
                      <a:pt x="187262" y="14205"/>
                      <a:pt x="191357" y="14109"/>
                    </a:cubicBezTo>
                    <a:cubicBezTo>
                      <a:pt x="195263" y="14109"/>
                      <a:pt x="198406" y="10966"/>
                      <a:pt x="198406" y="7061"/>
                    </a:cubicBezTo>
                    <a:cubicBezTo>
                      <a:pt x="198406" y="3156"/>
                      <a:pt x="195263" y="12"/>
                      <a:pt x="191357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3DCD0BD0-C537-046E-1FC9-B2DCA16D171F}"/>
                  </a:ext>
                </a:extLst>
              </p:cNvPr>
              <p:cNvSpPr/>
              <p:nvPr/>
            </p:nvSpPr>
            <p:spPr>
              <a:xfrm>
                <a:off x="2131943" y="1259415"/>
                <a:ext cx="198405" cy="28313"/>
              </a:xfrm>
              <a:custGeom>
                <a:avLst/>
                <a:gdLst>
                  <a:gd name="connsiteX0" fmla="*/ 191357 w 198405"/>
                  <a:gd name="connsiteY0" fmla="*/ 12 h 28313"/>
                  <a:gd name="connsiteX1" fmla="*/ 171164 w 198405"/>
                  <a:gd name="connsiteY1" fmla="*/ 8966 h 28313"/>
                  <a:gd name="connsiteX2" fmla="*/ 152495 w 198405"/>
                  <a:gd name="connsiteY2" fmla="*/ 11442 h 28313"/>
                  <a:gd name="connsiteX3" fmla="*/ 150019 w 198405"/>
                  <a:gd name="connsiteY3" fmla="*/ 8966 h 28313"/>
                  <a:gd name="connsiteX4" fmla="*/ 111633 w 198405"/>
                  <a:gd name="connsiteY4" fmla="*/ 6966 h 28313"/>
                  <a:gd name="connsiteX5" fmla="*/ 109633 w 198405"/>
                  <a:gd name="connsiteY5" fmla="*/ 8966 h 28313"/>
                  <a:gd name="connsiteX6" fmla="*/ 91059 w 198405"/>
                  <a:gd name="connsiteY6" fmla="*/ 11442 h 28313"/>
                  <a:gd name="connsiteX7" fmla="*/ 88583 w 198405"/>
                  <a:gd name="connsiteY7" fmla="*/ 8966 h 28313"/>
                  <a:gd name="connsiteX8" fmla="*/ 50292 w 198405"/>
                  <a:gd name="connsiteY8" fmla="*/ 6966 h 28313"/>
                  <a:gd name="connsiteX9" fmla="*/ 48292 w 198405"/>
                  <a:gd name="connsiteY9" fmla="*/ 8966 h 28313"/>
                  <a:gd name="connsiteX10" fmla="*/ 29718 w 198405"/>
                  <a:gd name="connsiteY10" fmla="*/ 11442 h 28313"/>
                  <a:gd name="connsiteX11" fmla="*/ 27242 w 198405"/>
                  <a:gd name="connsiteY11" fmla="*/ 8966 h 28313"/>
                  <a:gd name="connsiteX12" fmla="*/ 7048 w 198405"/>
                  <a:gd name="connsiteY12" fmla="*/ 12 h 28313"/>
                  <a:gd name="connsiteX13" fmla="*/ 0 w 198405"/>
                  <a:gd name="connsiteY13" fmla="*/ 7061 h 28313"/>
                  <a:gd name="connsiteX14" fmla="*/ 7048 w 198405"/>
                  <a:gd name="connsiteY14" fmla="*/ 14109 h 28313"/>
                  <a:gd name="connsiteX15" fmla="*/ 17621 w 198405"/>
                  <a:gd name="connsiteY15" fmla="*/ 19348 h 28313"/>
                  <a:gd name="connsiteX16" fmla="*/ 55912 w 198405"/>
                  <a:gd name="connsiteY16" fmla="*/ 21348 h 28313"/>
                  <a:gd name="connsiteX17" fmla="*/ 57912 w 198405"/>
                  <a:gd name="connsiteY17" fmla="*/ 19348 h 28313"/>
                  <a:gd name="connsiteX18" fmla="*/ 76486 w 198405"/>
                  <a:gd name="connsiteY18" fmla="*/ 16872 h 28313"/>
                  <a:gd name="connsiteX19" fmla="*/ 78962 w 198405"/>
                  <a:gd name="connsiteY19" fmla="*/ 19348 h 28313"/>
                  <a:gd name="connsiteX20" fmla="*/ 117253 w 198405"/>
                  <a:gd name="connsiteY20" fmla="*/ 21348 h 28313"/>
                  <a:gd name="connsiteX21" fmla="*/ 119253 w 198405"/>
                  <a:gd name="connsiteY21" fmla="*/ 19348 h 28313"/>
                  <a:gd name="connsiteX22" fmla="*/ 137922 w 198405"/>
                  <a:gd name="connsiteY22" fmla="*/ 16872 h 28313"/>
                  <a:gd name="connsiteX23" fmla="*/ 140398 w 198405"/>
                  <a:gd name="connsiteY23" fmla="*/ 19348 h 28313"/>
                  <a:gd name="connsiteX24" fmla="*/ 178784 w 198405"/>
                  <a:gd name="connsiteY24" fmla="*/ 21348 h 28313"/>
                  <a:gd name="connsiteX25" fmla="*/ 180784 w 198405"/>
                  <a:gd name="connsiteY25" fmla="*/ 19348 h 28313"/>
                  <a:gd name="connsiteX26" fmla="*/ 191357 w 198405"/>
                  <a:gd name="connsiteY26" fmla="*/ 14109 h 28313"/>
                  <a:gd name="connsiteX27" fmla="*/ 198406 w 198405"/>
                  <a:gd name="connsiteY27" fmla="*/ 7061 h 28313"/>
                  <a:gd name="connsiteX28" fmla="*/ 191357 w 198405"/>
                  <a:gd name="connsiteY28" fmla="*/ 12 h 28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98405" h="28313">
                    <a:moveTo>
                      <a:pt x="191357" y="12"/>
                    </a:moveTo>
                    <a:cubicBezTo>
                      <a:pt x="183642" y="12"/>
                      <a:pt x="176403" y="3346"/>
                      <a:pt x="171164" y="8966"/>
                    </a:cubicBezTo>
                    <a:cubicBezTo>
                      <a:pt x="166688" y="14776"/>
                      <a:pt x="158305" y="15919"/>
                      <a:pt x="152495" y="11442"/>
                    </a:cubicBezTo>
                    <a:cubicBezTo>
                      <a:pt x="151543" y="10776"/>
                      <a:pt x="150781" y="9918"/>
                      <a:pt x="150019" y="8966"/>
                    </a:cubicBezTo>
                    <a:cubicBezTo>
                      <a:pt x="139922" y="-2178"/>
                      <a:pt x="122777" y="-3036"/>
                      <a:pt x="111633" y="6966"/>
                    </a:cubicBezTo>
                    <a:cubicBezTo>
                      <a:pt x="110966" y="7632"/>
                      <a:pt x="110300" y="8204"/>
                      <a:pt x="109633" y="8966"/>
                    </a:cubicBezTo>
                    <a:cubicBezTo>
                      <a:pt x="105156" y="14776"/>
                      <a:pt x="96869" y="15919"/>
                      <a:pt x="91059" y="11442"/>
                    </a:cubicBezTo>
                    <a:cubicBezTo>
                      <a:pt x="90106" y="10776"/>
                      <a:pt x="89344" y="9918"/>
                      <a:pt x="88583" y="8966"/>
                    </a:cubicBezTo>
                    <a:cubicBezTo>
                      <a:pt x="78581" y="-2178"/>
                      <a:pt x="61436" y="-3036"/>
                      <a:pt x="50292" y="6966"/>
                    </a:cubicBezTo>
                    <a:cubicBezTo>
                      <a:pt x="49625" y="7632"/>
                      <a:pt x="48958" y="8299"/>
                      <a:pt x="48292" y="8966"/>
                    </a:cubicBezTo>
                    <a:cubicBezTo>
                      <a:pt x="43815" y="14776"/>
                      <a:pt x="35528" y="15919"/>
                      <a:pt x="29718" y="11442"/>
                    </a:cubicBezTo>
                    <a:cubicBezTo>
                      <a:pt x="28766" y="10776"/>
                      <a:pt x="27908" y="9918"/>
                      <a:pt x="27242" y="8966"/>
                    </a:cubicBezTo>
                    <a:cubicBezTo>
                      <a:pt x="22098" y="3251"/>
                      <a:pt x="14764" y="12"/>
                      <a:pt x="7048" y="12"/>
                    </a:cubicBezTo>
                    <a:cubicBezTo>
                      <a:pt x="3143" y="12"/>
                      <a:pt x="0" y="3156"/>
                      <a:pt x="0" y="7061"/>
                    </a:cubicBezTo>
                    <a:cubicBezTo>
                      <a:pt x="0" y="10966"/>
                      <a:pt x="3143" y="14109"/>
                      <a:pt x="7048" y="14109"/>
                    </a:cubicBezTo>
                    <a:cubicBezTo>
                      <a:pt x="11144" y="14109"/>
                      <a:pt x="15050" y="16110"/>
                      <a:pt x="17621" y="19348"/>
                    </a:cubicBezTo>
                    <a:cubicBezTo>
                      <a:pt x="27622" y="30492"/>
                      <a:pt x="44767" y="31350"/>
                      <a:pt x="55912" y="21348"/>
                    </a:cubicBezTo>
                    <a:cubicBezTo>
                      <a:pt x="56579" y="20682"/>
                      <a:pt x="57245" y="20015"/>
                      <a:pt x="57912" y="19348"/>
                    </a:cubicBezTo>
                    <a:cubicBezTo>
                      <a:pt x="62389" y="13538"/>
                      <a:pt x="70675" y="12395"/>
                      <a:pt x="76486" y="16872"/>
                    </a:cubicBezTo>
                    <a:cubicBezTo>
                      <a:pt x="77438" y="17538"/>
                      <a:pt x="78296" y="18396"/>
                      <a:pt x="78962" y="19348"/>
                    </a:cubicBezTo>
                    <a:cubicBezTo>
                      <a:pt x="88963" y="30492"/>
                      <a:pt x="106204" y="31350"/>
                      <a:pt x="117253" y="21348"/>
                    </a:cubicBezTo>
                    <a:cubicBezTo>
                      <a:pt x="117919" y="20682"/>
                      <a:pt x="118586" y="20015"/>
                      <a:pt x="119253" y="19348"/>
                    </a:cubicBezTo>
                    <a:cubicBezTo>
                      <a:pt x="123730" y="13538"/>
                      <a:pt x="132112" y="12395"/>
                      <a:pt x="137922" y="16872"/>
                    </a:cubicBezTo>
                    <a:cubicBezTo>
                      <a:pt x="138875" y="17538"/>
                      <a:pt x="139637" y="18396"/>
                      <a:pt x="140398" y="19348"/>
                    </a:cubicBezTo>
                    <a:cubicBezTo>
                      <a:pt x="150495" y="30492"/>
                      <a:pt x="167640" y="31350"/>
                      <a:pt x="178784" y="21348"/>
                    </a:cubicBezTo>
                    <a:cubicBezTo>
                      <a:pt x="179451" y="20777"/>
                      <a:pt x="180118" y="20110"/>
                      <a:pt x="180784" y="19348"/>
                    </a:cubicBezTo>
                    <a:cubicBezTo>
                      <a:pt x="183356" y="16110"/>
                      <a:pt x="187262" y="14205"/>
                      <a:pt x="191357" y="14109"/>
                    </a:cubicBezTo>
                    <a:cubicBezTo>
                      <a:pt x="195263" y="14109"/>
                      <a:pt x="198406" y="10966"/>
                      <a:pt x="198406" y="7061"/>
                    </a:cubicBezTo>
                    <a:cubicBezTo>
                      <a:pt x="198406" y="3156"/>
                      <a:pt x="195263" y="12"/>
                      <a:pt x="191357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D4C44C97-B5E2-8E2A-3EAA-B989B768C696}"/>
                  </a:ext>
                </a:extLst>
              </p:cNvPr>
              <p:cNvSpPr/>
              <p:nvPr/>
            </p:nvSpPr>
            <p:spPr>
              <a:xfrm>
                <a:off x="2131943" y="1167225"/>
                <a:ext cx="198500" cy="70865"/>
              </a:xfrm>
              <a:custGeom>
                <a:avLst/>
                <a:gdLst>
                  <a:gd name="connsiteX0" fmla="*/ 7144 w 198500"/>
                  <a:gd name="connsiteY0" fmla="*/ 70866 h 70865"/>
                  <a:gd name="connsiteX1" fmla="*/ 163068 w 198500"/>
                  <a:gd name="connsiteY1" fmla="*/ 70866 h 70865"/>
                  <a:gd name="connsiteX2" fmla="*/ 198501 w 198500"/>
                  <a:gd name="connsiteY2" fmla="*/ 35433 h 70865"/>
                  <a:gd name="connsiteX3" fmla="*/ 163068 w 198500"/>
                  <a:gd name="connsiteY3" fmla="*/ 0 h 70865"/>
                  <a:gd name="connsiteX4" fmla="*/ 127635 w 198500"/>
                  <a:gd name="connsiteY4" fmla="*/ 35433 h 70865"/>
                  <a:gd name="connsiteX5" fmla="*/ 134684 w 198500"/>
                  <a:gd name="connsiteY5" fmla="*/ 42482 h 70865"/>
                  <a:gd name="connsiteX6" fmla="*/ 141732 w 198500"/>
                  <a:gd name="connsiteY6" fmla="*/ 35433 h 70865"/>
                  <a:gd name="connsiteX7" fmla="*/ 162973 w 198500"/>
                  <a:gd name="connsiteY7" fmla="*/ 14192 h 70865"/>
                  <a:gd name="connsiteX8" fmla="*/ 184213 w 198500"/>
                  <a:gd name="connsiteY8" fmla="*/ 35433 h 70865"/>
                  <a:gd name="connsiteX9" fmla="*/ 162973 w 198500"/>
                  <a:gd name="connsiteY9" fmla="*/ 56674 h 70865"/>
                  <a:gd name="connsiteX10" fmla="*/ 7048 w 198500"/>
                  <a:gd name="connsiteY10" fmla="*/ 56674 h 70865"/>
                  <a:gd name="connsiteX11" fmla="*/ 0 w 198500"/>
                  <a:gd name="connsiteY11" fmla="*/ 63722 h 70865"/>
                  <a:gd name="connsiteX12" fmla="*/ 7048 w 198500"/>
                  <a:gd name="connsiteY12" fmla="*/ 70771 h 70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00" h="70865">
                    <a:moveTo>
                      <a:pt x="7144" y="70866"/>
                    </a:moveTo>
                    <a:lnTo>
                      <a:pt x="163068" y="70866"/>
                    </a:lnTo>
                    <a:cubicBezTo>
                      <a:pt x="182594" y="70866"/>
                      <a:pt x="198501" y="54959"/>
                      <a:pt x="198501" y="35433"/>
                    </a:cubicBezTo>
                    <a:cubicBezTo>
                      <a:pt x="198501" y="15907"/>
                      <a:pt x="182594" y="0"/>
                      <a:pt x="163068" y="0"/>
                    </a:cubicBezTo>
                    <a:cubicBezTo>
                      <a:pt x="143542" y="0"/>
                      <a:pt x="127635" y="15907"/>
                      <a:pt x="127635" y="35433"/>
                    </a:cubicBezTo>
                    <a:cubicBezTo>
                      <a:pt x="127635" y="39338"/>
                      <a:pt x="130778" y="42482"/>
                      <a:pt x="134684" y="42482"/>
                    </a:cubicBezTo>
                    <a:cubicBezTo>
                      <a:pt x="138589" y="42482"/>
                      <a:pt x="141732" y="39338"/>
                      <a:pt x="141732" y="35433"/>
                    </a:cubicBezTo>
                    <a:cubicBezTo>
                      <a:pt x="141732" y="23717"/>
                      <a:pt x="151257" y="14192"/>
                      <a:pt x="162973" y="14192"/>
                    </a:cubicBezTo>
                    <a:cubicBezTo>
                      <a:pt x="174688" y="14192"/>
                      <a:pt x="184213" y="23717"/>
                      <a:pt x="184213" y="35433"/>
                    </a:cubicBezTo>
                    <a:cubicBezTo>
                      <a:pt x="184213" y="47149"/>
                      <a:pt x="174688" y="56674"/>
                      <a:pt x="162973" y="56674"/>
                    </a:cubicBezTo>
                    <a:lnTo>
                      <a:pt x="7048" y="56674"/>
                    </a:lnTo>
                    <a:cubicBezTo>
                      <a:pt x="3143" y="56674"/>
                      <a:pt x="0" y="59817"/>
                      <a:pt x="0" y="63722"/>
                    </a:cubicBezTo>
                    <a:cubicBezTo>
                      <a:pt x="0" y="67628"/>
                      <a:pt x="3143" y="70771"/>
                      <a:pt x="7048" y="70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8BC98432-7229-3F9A-33C6-332BF7CD7AEF}"/>
                  </a:ext>
                </a:extLst>
              </p:cNvPr>
              <p:cNvSpPr/>
              <p:nvPr/>
            </p:nvSpPr>
            <p:spPr>
              <a:xfrm>
                <a:off x="2153184" y="1124648"/>
                <a:ext cx="99345" cy="56768"/>
              </a:xfrm>
              <a:custGeom>
                <a:avLst/>
                <a:gdLst>
                  <a:gd name="connsiteX0" fmla="*/ 7144 w 99345"/>
                  <a:gd name="connsiteY0" fmla="*/ 56769 h 56768"/>
                  <a:gd name="connsiteX1" fmla="*/ 70961 w 99345"/>
                  <a:gd name="connsiteY1" fmla="*/ 56769 h 56768"/>
                  <a:gd name="connsiteX2" fmla="*/ 99346 w 99345"/>
                  <a:gd name="connsiteY2" fmla="*/ 28385 h 56768"/>
                  <a:gd name="connsiteX3" fmla="*/ 70961 w 99345"/>
                  <a:gd name="connsiteY3" fmla="*/ 0 h 56768"/>
                  <a:gd name="connsiteX4" fmla="*/ 42577 w 99345"/>
                  <a:gd name="connsiteY4" fmla="*/ 28385 h 56768"/>
                  <a:gd name="connsiteX5" fmla="*/ 49625 w 99345"/>
                  <a:gd name="connsiteY5" fmla="*/ 35433 h 56768"/>
                  <a:gd name="connsiteX6" fmla="*/ 56674 w 99345"/>
                  <a:gd name="connsiteY6" fmla="*/ 28385 h 56768"/>
                  <a:gd name="connsiteX7" fmla="*/ 70866 w 99345"/>
                  <a:gd name="connsiteY7" fmla="*/ 14192 h 56768"/>
                  <a:gd name="connsiteX8" fmla="*/ 85058 w 99345"/>
                  <a:gd name="connsiteY8" fmla="*/ 28385 h 56768"/>
                  <a:gd name="connsiteX9" fmla="*/ 70866 w 99345"/>
                  <a:gd name="connsiteY9" fmla="*/ 42577 h 56768"/>
                  <a:gd name="connsiteX10" fmla="*/ 7049 w 99345"/>
                  <a:gd name="connsiteY10" fmla="*/ 42577 h 56768"/>
                  <a:gd name="connsiteX11" fmla="*/ 0 w 99345"/>
                  <a:gd name="connsiteY11" fmla="*/ 49625 h 56768"/>
                  <a:gd name="connsiteX12" fmla="*/ 7049 w 99345"/>
                  <a:gd name="connsiteY12" fmla="*/ 56674 h 56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9345" h="56768">
                    <a:moveTo>
                      <a:pt x="7144" y="56769"/>
                    </a:moveTo>
                    <a:lnTo>
                      <a:pt x="70961" y="56769"/>
                    </a:lnTo>
                    <a:cubicBezTo>
                      <a:pt x="86582" y="56769"/>
                      <a:pt x="99346" y="44101"/>
                      <a:pt x="99346" y="28385"/>
                    </a:cubicBezTo>
                    <a:cubicBezTo>
                      <a:pt x="99346" y="12668"/>
                      <a:pt x="86678" y="0"/>
                      <a:pt x="70961" y="0"/>
                    </a:cubicBezTo>
                    <a:cubicBezTo>
                      <a:pt x="55245" y="0"/>
                      <a:pt x="42577" y="12668"/>
                      <a:pt x="42577" y="28385"/>
                    </a:cubicBezTo>
                    <a:cubicBezTo>
                      <a:pt x="42577" y="32290"/>
                      <a:pt x="45720" y="35433"/>
                      <a:pt x="49625" y="35433"/>
                    </a:cubicBezTo>
                    <a:cubicBezTo>
                      <a:pt x="53530" y="35433"/>
                      <a:pt x="56674" y="32290"/>
                      <a:pt x="56674" y="28385"/>
                    </a:cubicBezTo>
                    <a:cubicBezTo>
                      <a:pt x="56674" y="20574"/>
                      <a:pt x="63055" y="14192"/>
                      <a:pt x="70866" y="14192"/>
                    </a:cubicBezTo>
                    <a:cubicBezTo>
                      <a:pt x="78676" y="14192"/>
                      <a:pt x="85058" y="20574"/>
                      <a:pt x="85058" y="28385"/>
                    </a:cubicBezTo>
                    <a:cubicBezTo>
                      <a:pt x="85058" y="36195"/>
                      <a:pt x="78676" y="42577"/>
                      <a:pt x="70866" y="42577"/>
                    </a:cubicBezTo>
                    <a:lnTo>
                      <a:pt x="7049" y="42577"/>
                    </a:lnTo>
                    <a:cubicBezTo>
                      <a:pt x="3143" y="42577"/>
                      <a:pt x="0" y="45720"/>
                      <a:pt x="0" y="49625"/>
                    </a:cubicBezTo>
                    <a:cubicBezTo>
                      <a:pt x="0" y="53531"/>
                      <a:pt x="3143" y="56674"/>
                      <a:pt x="7049" y="566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B5FABF56-4D88-D1B7-0D22-3F84BB8CEC53}"/>
                  </a:ext>
                </a:extLst>
              </p:cNvPr>
              <p:cNvSpPr/>
              <p:nvPr/>
            </p:nvSpPr>
            <p:spPr>
              <a:xfrm>
                <a:off x="2132038" y="1195705"/>
                <a:ext cx="92011" cy="14097"/>
              </a:xfrm>
              <a:custGeom>
                <a:avLst/>
                <a:gdLst>
                  <a:gd name="connsiteX0" fmla="*/ 7049 w 92011"/>
                  <a:gd name="connsiteY0" fmla="*/ 14097 h 14097"/>
                  <a:gd name="connsiteX1" fmla="*/ 84963 w 92011"/>
                  <a:gd name="connsiteY1" fmla="*/ 14097 h 14097"/>
                  <a:gd name="connsiteX2" fmla="*/ 92012 w 92011"/>
                  <a:gd name="connsiteY2" fmla="*/ 7048 h 14097"/>
                  <a:gd name="connsiteX3" fmla="*/ 84963 w 92011"/>
                  <a:gd name="connsiteY3" fmla="*/ 0 h 14097"/>
                  <a:gd name="connsiteX4" fmla="*/ 7049 w 92011"/>
                  <a:gd name="connsiteY4" fmla="*/ 0 h 14097"/>
                  <a:gd name="connsiteX5" fmla="*/ 0 w 92011"/>
                  <a:gd name="connsiteY5" fmla="*/ 7048 h 14097"/>
                  <a:gd name="connsiteX6" fmla="*/ 7049 w 92011"/>
                  <a:gd name="connsiteY6" fmla="*/ 14097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011" h="14097">
                    <a:moveTo>
                      <a:pt x="7049" y="14097"/>
                    </a:moveTo>
                    <a:lnTo>
                      <a:pt x="84963" y="14097"/>
                    </a:lnTo>
                    <a:cubicBezTo>
                      <a:pt x="88868" y="14097"/>
                      <a:pt x="92012" y="10954"/>
                      <a:pt x="92012" y="7048"/>
                    </a:cubicBezTo>
                    <a:cubicBezTo>
                      <a:pt x="92012" y="3143"/>
                      <a:pt x="88868" y="0"/>
                      <a:pt x="84963" y="0"/>
                    </a:cubicBezTo>
                    <a:lnTo>
                      <a:pt x="7049" y="0"/>
                    </a:lnTo>
                    <a:cubicBezTo>
                      <a:pt x="3143" y="0"/>
                      <a:pt x="0" y="3143"/>
                      <a:pt x="0" y="7048"/>
                    </a:cubicBezTo>
                    <a:cubicBezTo>
                      <a:pt x="0" y="10954"/>
                      <a:pt x="3143" y="14097"/>
                      <a:pt x="7049" y="140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5" name="그래픽 6">
              <a:extLst>
                <a:ext uri="{FF2B5EF4-FFF2-40B4-BE49-F238E27FC236}">
                  <a16:creationId xmlns:a16="http://schemas.microsoft.com/office/drawing/2014/main" id="{A3C01573-6D0A-476D-6D0C-1D53553F30BD}"/>
                </a:ext>
              </a:extLst>
            </p:cNvPr>
            <p:cNvGrpSpPr/>
            <p:nvPr/>
          </p:nvGrpSpPr>
          <p:grpSpPr>
            <a:xfrm>
              <a:off x="529599" y="1647064"/>
              <a:ext cx="164616" cy="164616"/>
              <a:chOff x="395536" y="1496028"/>
              <a:chExt cx="209550" cy="209550"/>
            </a:xfrm>
            <a:solidFill>
              <a:srgbClr val="FFFFFF"/>
            </a:solidFill>
          </p:grpSpPr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9F5F5CA-F55E-4840-DDFB-A73A29107FD0}"/>
                  </a:ext>
                </a:extLst>
              </p:cNvPr>
              <p:cNvSpPr/>
              <p:nvPr/>
            </p:nvSpPr>
            <p:spPr>
              <a:xfrm>
                <a:off x="469640" y="1570132"/>
                <a:ext cx="61341" cy="61341"/>
              </a:xfrm>
              <a:custGeom>
                <a:avLst/>
                <a:gdLst>
                  <a:gd name="connsiteX0" fmla="*/ 30670 w 61341"/>
                  <a:gd name="connsiteY0" fmla="*/ 61341 h 61341"/>
                  <a:gd name="connsiteX1" fmla="*/ 0 w 61341"/>
                  <a:gd name="connsiteY1" fmla="*/ 30671 h 61341"/>
                  <a:gd name="connsiteX2" fmla="*/ 30670 w 61341"/>
                  <a:gd name="connsiteY2" fmla="*/ 0 h 61341"/>
                  <a:gd name="connsiteX3" fmla="*/ 61341 w 61341"/>
                  <a:gd name="connsiteY3" fmla="*/ 30671 h 61341"/>
                  <a:gd name="connsiteX4" fmla="*/ 30670 w 61341"/>
                  <a:gd name="connsiteY4" fmla="*/ 61341 h 61341"/>
                  <a:gd name="connsiteX5" fmla="*/ 30670 w 61341"/>
                  <a:gd name="connsiteY5" fmla="*/ 12192 h 61341"/>
                  <a:gd name="connsiteX6" fmla="*/ 12287 w 61341"/>
                  <a:gd name="connsiteY6" fmla="*/ 30575 h 61341"/>
                  <a:gd name="connsiteX7" fmla="*/ 30670 w 61341"/>
                  <a:gd name="connsiteY7" fmla="*/ 48959 h 61341"/>
                  <a:gd name="connsiteX8" fmla="*/ 49054 w 61341"/>
                  <a:gd name="connsiteY8" fmla="*/ 30575 h 61341"/>
                  <a:gd name="connsiteX9" fmla="*/ 30670 w 61341"/>
                  <a:gd name="connsiteY9" fmla="*/ 12192 h 61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341" h="61341">
                    <a:moveTo>
                      <a:pt x="30670" y="61341"/>
                    </a:moveTo>
                    <a:cubicBezTo>
                      <a:pt x="13716" y="61341"/>
                      <a:pt x="0" y="47530"/>
                      <a:pt x="0" y="30671"/>
                    </a:cubicBezTo>
                    <a:cubicBezTo>
                      <a:pt x="0" y="13811"/>
                      <a:pt x="13811" y="0"/>
                      <a:pt x="30670" y="0"/>
                    </a:cubicBezTo>
                    <a:cubicBezTo>
                      <a:pt x="47530" y="0"/>
                      <a:pt x="61341" y="13811"/>
                      <a:pt x="61341" y="30671"/>
                    </a:cubicBezTo>
                    <a:cubicBezTo>
                      <a:pt x="61341" y="47530"/>
                      <a:pt x="47530" y="61341"/>
                      <a:pt x="30670" y="61341"/>
                    </a:cubicBezTo>
                    <a:close/>
                    <a:moveTo>
                      <a:pt x="30670" y="12192"/>
                    </a:moveTo>
                    <a:cubicBezTo>
                      <a:pt x="20479" y="12192"/>
                      <a:pt x="12287" y="20479"/>
                      <a:pt x="12287" y="30575"/>
                    </a:cubicBezTo>
                    <a:cubicBezTo>
                      <a:pt x="12287" y="40672"/>
                      <a:pt x="20574" y="48959"/>
                      <a:pt x="30670" y="48959"/>
                    </a:cubicBezTo>
                    <a:cubicBezTo>
                      <a:pt x="40767" y="48959"/>
                      <a:pt x="49054" y="40672"/>
                      <a:pt x="49054" y="30575"/>
                    </a:cubicBezTo>
                    <a:cubicBezTo>
                      <a:pt x="49054" y="20479"/>
                      <a:pt x="40767" y="12192"/>
                      <a:pt x="30670" y="121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D73B743B-74D5-7C8C-CAC8-471D65364547}"/>
                  </a:ext>
                </a:extLst>
              </p:cNvPr>
              <p:cNvSpPr/>
              <p:nvPr/>
            </p:nvSpPr>
            <p:spPr>
              <a:xfrm>
                <a:off x="542506" y="1636427"/>
                <a:ext cx="40195" cy="42481"/>
              </a:xfrm>
              <a:custGeom>
                <a:avLst/>
                <a:gdLst>
                  <a:gd name="connsiteX0" fmla="*/ 6477 w 40195"/>
                  <a:gd name="connsiteY0" fmla="*/ 42481 h 42481"/>
                  <a:gd name="connsiteX1" fmla="*/ 0 w 40195"/>
                  <a:gd name="connsiteY1" fmla="*/ 32099 h 42481"/>
                  <a:gd name="connsiteX2" fmla="*/ 12192 w 40195"/>
                  <a:gd name="connsiteY2" fmla="*/ 22765 h 42481"/>
                  <a:gd name="connsiteX3" fmla="*/ 27051 w 40195"/>
                  <a:gd name="connsiteY3" fmla="*/ 4096 h 42481"/>
                  <a:gd name="connsiteX4" fmla="*/ 29242 w 40195"/>
                  <a:gd name="connsiteY4" fmla="*/ 0 h 42481"/>
                  <a:gd name="connsiteX5" fmla="*/ 40195 w 40195"/>
                  <a:gd name="connsiteY5" fmla="*/ 5524 h 42481"/>
                  <a:gd name="connsiteX6" fmla="*/ 37624 w 40195"/>
                  <a:gd name="connsiteY6" fmla="*/ 10287 h 42481"/>
                  <a:gd name="connsiteX7" fmla="*/ 20574 w 40195"/>
                  <a:gd name="connsiteY7" fmla="*/ 31718 h 42481"/>
                  <a:gd name="connsiteX8" fmla="*/ 6477 w 40195"/>
                  <a:gd name="connsiteY8" fmla="*/ 42481 h 4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95" h="42481">
                    <a:moveTo>
                      <a:pt x="6477" y="42481"/>
                    </a:moveTo>
                    <a:lnTo>
                      <a:pt x="0" y="32099"/>
                    </a:lnTo>
                    <a:cubicBezTo>
                      <a:pt x="4382" y="29432"/>
                      <a:pt x="8477" y="26194"/>
                      <a:pt x="12192" y="22765"/>
                    </a:cubicBezTo>
                    <a:cubicBezTo>
                      <a:pt x="18002" y="17335"/>
                      <a:pt x="23051" y="11049"/>
                      <a:pt x="27051" y="4096"/>
                    </a:cubicBezTo>
                    <a:cubicBezTo>
                      <a:pt x="27813" y="2762"/>
                      <a:pt x="28575" y="1429"/>
                      <a:pt x="29242" y="0"/>
                    </a:cubicBezTo>
                    <a:lnTo>
                      <a:pt x="40195" y="5524"/>
                    </a:lnTo>
                    <a:cubicBezTo>
                      <a:pt x="39433" y="7144"/>
                      <a:pt x="38576" y="8668"/>
                      <a:pt x="37624" y="10287"/>
                    </a:cubicBezTo>
                    <a:cubicBezTo>
                      <a:pt x="33052" y="18288"/>
                      <a:pt x="27242" y="25432"/>
                      <a:pt x="20574" y="31718"/>
                    </a:cubicBezTo>
                    <a:cubicBezTo>
                      <a:pt x="16192" y="35719"/>
                      <a:pt x="11525" y="39433"/>
                      <a:pt x="6477" y="424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8EA54270-D552-F6A1-16BB-2157F200AB0D}"/>
                  </a:ext>
                </a:extLst>
              </p:cNvPr>
              <p:cNvSpPr/>
              <p:nvPr/>
            </p:nvSpPr>
            <p:spPr>
              <a:xfrm>
                <a:off x="422205" y="1642999"/>
                <a:ext cx="42481" cy="40290"/>
              </a:xfrm>
              <a:custGeom>
                <a:avLst/>
                <a:gdLst>
                  <a:gd name="connsiteX0" fmla="*/ 36957 w 42481"/>
                  <a:gd name="connsiteY0" fmla="*/ 40100 h 40290"/>
                  <a:gd name="connsiteX1" fmla="*/ 32290 w 42481"/>
                  <a:gd name="connsiteY1" fmla="*/ 37624 h 40290"/>
                  <a:gd name="connsiteX2" fmla="*/ 10859 w 42481"/>
                  <a:gd name="connsiteY2" fmla="*/ 20574 h 40290"/>
                  <a:gd name="connsiteX3" fmla="*/ 0 w 42481"/>
                  <a:gd name="connsiteY3" fmla="*/ 6477 h 40290"/>
                  <a:gd name="connsiteX4" fmla="*/ 10382 w 42481"/>
                  <a:gd name="connsiteY4" fmla="*/ 0 h 40290"/>
                  <a:gd name="connsiteX5" fmla="*/ 19812 w 42481"/>
                  <a:gd name="connsiteY5" fmla="*/ 12287 h 40290"/>
                  <a:gd name="connsiteX6" fmla="*/ 38481 w 42481"/>
                  <a:gd name="connsiteY6" fmla="*/ 27146 h 40290"/>
                  <a:gd name="connsiteX7" fmla="*/ 42482 w 42481"/>
                  <a:gd name="connsiteY7" fmla="*/ 29337 h 40290"/>
                  <a:gd name="connsiteX8" fmla="*/ 36957 w 42481"/>
                  <a:gd name="connsiteY8" fmla="*/ 40291 h 40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481" h="40290">
                    <a:moveTo>
                      <a:pt x="36957" y="40100"/>
                    </a:moveTo>
                    <a:cubicBezTo>
                      <a:pt x="35338" y="39338"/>
                      <a:pt x="33814" y="38481"/>
                      <a:pt x="32290" y="37624"/>
                    </a:cubicBezTo>
                    <a:cubicBezTo>
                      <a:pt x="24289" y="33052"/>
                      <a:pt x="17145" y="27242"/>
                      <a:pt x="10859" y="20574"/>
                    </a:cubicBezTo>
                    <a:cubicBezTo>
                      <a:pt x="6763" y="16193"/>
                      <a:pt x="3143" y="11430"/>
                      <a:pt x="0" y="6477"/>
                    </a:cubicBezTo>
                    <a:lnTo>
                      <a:pt x="10382" y="0"/>
                    </a:lnTo>
                    <a:cubicBezTo>
                      <a:pt x="13144" y="4381"/>
                      <a:pt x="16288" y="8477"/>
                      <a:pt x="19812" y="12287"/>
                    </a:cubicBezTo>
                    <a:cubicBezTo>
                      <a:pt x="25241" y="18098"/>
                      <a:pt x="31528" y="23146"/>
                      <a:pt x="38481" y="27146"/>
                    </a:cubicBezTo>
                    <a:cubicBezTo>
                      <a:pt x="39815" y="27908"/>
                      <a:pt x="41148" y="28670"/>
                      <a:pt x="42482" y="29337"/>
                    </a:cubicBezTo>
                    <a:lnTo>
                      <a:pt x="36957" y="40291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29164C53-092C-8161-A0F7-3FCC94706032}"/>
                  </a:ext>
                </a:extLst>
              </p:cNvPr>
              <p:cNvSpPr/>
              <p:nvPr/>
            </p:nvSpPr>
            <p:spPr>
              <a:xfrm>
                <a:off x="418014" y="1522603"/>
                <a:ext cx="40290" cy="42481"/>
              </a:xfrm>
              <a:custGeom>
                <a:avLst/>
                <a:gdLst>
                  <a:gd name="connsiteX0" fmla="*/ 10954 w 40290"/>
                  <a:gd name="connsiteY0" fmla="*/ 42481 h 42481"/>
                  <a:gd name="connsiteX1" fmla="*/ 0 w 40290"/>
                  <a:gd name="connsiteY1" fmla="*/ 36957 h 42481"/>
                  <a:gd name="connsiteX2" fmla="*/ 2477 w 40290"/>
                  <a:gd name="connsiteY2" fmla="*/ 32385 h 42481"/>
                  <a:gd name="connsiteX3" fmla="*/ 19622 w 40290"/>
                  <a:gd name="connsiteY3" fmla="*/ 10858 h 42481"/>
                  <a:gd name="connsiteX4" fmla="*/ 33814 w 40290"/>
                  <a:gd name="connsiteY4" fmla="*/ 0 h 42481"/>
                  <a:gd name="connsiteX5" fmla="*/ 40291 w 40290"/>
                  <a:gd name="connsiteY5" fmla="*/ 10382 h 42481"/>
                  <a:gd name="connsiteX6" fmla="*/ 28004 w 40290"/>
                  <a:gd name="connsiteY6" fmla="*/ 19812 h 42481"/>
                  <a:gd name="connsiteX7" fmla="*/ 13145 w 40290"/>
                  <a:gd name="connsiteY7" fmla="*/ 38481 h 42481"/>
                  <a:gd name="connsiteX8" fmla="*/ 11049 w 40290"/>
                  <a:gd name="connsiteY8" fmla="*/ 42386 h 4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290" h="42481">
                    <a:moveTo>
                      <a:pt x="10954" y="42481"/>
                    </a:moveTo>
                    <a:lnTo>
                      <a:pt x="0" y="36957"/>
                    </a:lnTo>
                    <a:cubicBezTo>
                      <a:pt x="762" y="35433"/>
                      <a:pt x="1619" y="33909"/>
                      <a:pt x="2477" y="32385"/>
                    </a:cubicBezTo>
                    <a:cubicBezTo>
                      <a:pt x="7049" y="24384"/>
                      <a:pt x="12859" y="17145"/>
                      <a:pt x="19622" y="10858"/>
                    </a:cubicBezTo>
                    <a:cubicBezTo>
                      <a:pt x="24003" y="6763"/>
                      <a:pt x="28766" y="3143"/>
                      <a:pt x="33814" y="0"/>
                    </a:cubicBezTo>
                    <a:lnTo>
                      <a:pt x="40291" y="10382"/>
                    </a:lnTo>
                    <a:cubicBezTo>
                      <a:pt x="35909" y="13145"/>
                      <a:pt x="31718" y="16288"/>
                      <a:pt x="28004" y="19812"/>
                    </a:cubicBezTo>
                    <a:cubicBezTo>
                      <a:pt x="22098" y="25241"/>
                      <a:pt x="17145" y="31623"/>
                      <a:pt x="13145" y="38481"/>
                    </a:cubicBezTo>
                    <a:cubicBezTo>
                      <a:pt x="12383" y="39815"/>
                      <a:pt x="11716" y="41053"/>
                      <a:pt x="11049" y="423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0CE5F45B-775A-7D7B-4C14-753194756FC4}"/>
                  </a:ext>
                </a:extLst>
              </p:cNvPr>
              <p:cNvSpPr/>
              <p:nvPr/>
            </p:nvSpPr>
            <p:spPr>
              <a:xfrm>
                <a:off x="536029" y="1518412"/>
                <a:ext cx="42481" cy="40195"/>
              </a:xfrm>
              <a:custGeom>
                <a:avLst/>
                <a:gdLst>
                  <a:gd name="connsiteX0" fmla="*/ 32099 w 42481"/>
                  <a:gd name="connsiteY0" fmla="*/ 40195 h 40195"/>
                  <a:gd name="connsiteX1" fmla="*/ 22669 w 42481"/>
                  <a:gd name="connsiteY1" fmla="*/ 27908 h 40195"/>
                  <a:gd name="connsiteX2" fmla="*/ 4001 w 42481"/>
                  <a:gd name="connsiteY2" fmla="*/ 13049 h 40195"/>
                  <a:gd name="connsiteX3" fmla="*/ 0 w 42481"/>
                  <a:gd name="connsiteY3" fmla="*/ 10954 h 40195"/>
                  <a:gd name="connsiteX4" fmla="*/ 5524 w 42481"/>
                  <a:gd name="connsiteY4" fmla="*/ 0 h 40195"/>
                  <a:gd name="connsiteX5" fmla="*/ 10097 w 42481"/>
                  <a:gd name="connsiteY5" fmla="*/ 2476 h 40195"/>
                  <a:gd name="connsiteX6" fmla="*/ 31623 w 42481"/>
                  <a:gd name="connsiteY6" fmla="*/ 19621 h 40195"/>
                  <a:gd name="connsiteX7" fmla="*/ 42481 w 42481"/>
                  <a:gd name="connsiteY7" fmla="*/ 33718 h 40195"/>
                  <a:gd name="connsiteX8" fmla="*/ 32099 w 42481"/>
                  <a:gd name="connsiteY8" fmla="*/ 40195 h 40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481" h="40195">
                    <a:moveTo>
                      <a:pt x="32099" y="40195"/>
                    </a:moveTo>
                    <a:cubicBezTo>
                      <a:pt x="29337" y="35814"/>
                      <a:pt x="26194" y="31718"/>
                      <a:pt x="22669" y="27908"/>
                    </a:cubicBezTo>
                    <a:cubicBezTo>
                      <a:pt x="17240" y="22003"/>
                      <a:pt x="10859" y="17050"/>
                      <a:pt x="4001" y="13049"/>
                    </a:cubicBezTo>
                    <a:cubicBezTo>
                      <a:pt x="2667" y="12287"/>
                      <a:pt x="1429" y="11620"/>
                      <a:pt x="0" y="10954"/>
                    </a:cubicBezTo>
                    <a:lnTo>
                      <a:pt x="5524" y="0"/>
                    </a:lnTo>
                    <a:cubicBezTo>
                      <a:pt x="7048" y="762"/>
                      <a:pt x="8572" y="1619"/>
                      <a:pt x="10097" y="2476"/>
                    </a:cubicBezTo>
                    <a:cubicBezTo>
                      <a:pt x="18097" y="7048"/>
                      <a:pt x="25336" y="12859"/>
                      <a:pt x="31623" y="19621"/>
                    </a:cubicBezTo>
                    <a:cubicBezTo>
                      <a:pt x="35719" y="24003"/>
                      <a:pt x="39338" y="28765"/>
                      <a:pt x="42481" y="33718"/>
                    </a:cubicBezTo>
                    <a:lnTo>
                      <a:pt x="32099" y="4019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ABB559D-2419-9461-1D36-18B774D24885}"/>
                  </a:ext>
                </a:extLst>
              </p:cNvPr>
              <p:cNvSpPr/>
              <p:nvPr/>
            </p:nvSpPr>
            <p:spPr>
              <a:xfrm>
                <a:off x="537268" y="1618805"/>
                <a:ext cx="26955" cy="32194"/>
              </a:xfrm>
              <a:custGeom>
                <a:avLst/>
                <a:gdLst>
                  <a:gd name="connsiteX0" fmla="*/ 8191 w 26955"/>
                  <a:gd name="connsiteY0" fmla="*/ 32195 h 32194"/>
                  <a:gd name="connsiteX1" fmla="*/ 0 w 26955"/>
                  <a:gd name="connsiteY1" fmla="*/ 23051 h 32194"/>
                  <a:gd name="connsiteX2" fmla="*/ 7429 w 26955"/>
                  <a:gd name="connsiteY2" fmla="*/ 14859 h 32194"/>
                  <a:gd name="connsiteX3" fmla="*/ 15335 w 26955"/>
                  <a:gd name="connsiteY3" fmla="*/ 0 h 32194"/>
                  <a:gd name="connsiteX4" fmla="*/ 26956 w 26955"/>
                  <a:gd name="connsiteY4" fmla="*/ 4001 h 32194"/>
                  <a:gd name="connsiteX5" fmla="*/ 17336 w 26955"/>
                  <a:gd name="connsiteY5" fmla="*/ 22193 h 32194"/>
                  <a:gd name="connsiteX6" fmla="*/ 8287 w 26955"/>
                  <a:gd name="connsiteY6" fmla="*/ 32195 h 3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955" h="32194">
                    <a:moveTo>
                      <a:pt x="8191" y="32195"/>
                    </a:moveTo>
                    <a:lnTo>
                      <a:pt x="0" y="23051"/>
                    </a:lnTo>
                    <a:cubicBezTo>
                      <a:pt x="2762" y="20574"/>
                      <a:pt x="5239" y="17812"/>
                      <a:pt x="7429" y="14859"/>
                    </a:cubicBezTo>
                    <a:cubicBezTo>
                      <a:pt x="10763" y="10287"/>
                      <a:pt x="13430" y="5334"/>
                      <a:pt x="15335" y="0"/>
                    </a:cubicBezTo>
                    <a:lnTo>
                      <a:pt x="26956" y="4001"/>
                    </a:lnTo>
                    <a:cubicBezTo>
                      <a:pt x="24670" y="10478"/>
                      <a:pt x="21431" y="16669"/>
                      <a:pt x="17336" y="22193"/>
                    </a:cubicBezTo>
                    <a:cubicBezTo>
                      <a:pt x="14669" y="25813"/>
                      <a:pt x="11621" y="29147"/>
                      <a:pt x="8287" y="32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AD091504-5316-E74B-0F03-F38E10F5B956}"/>
                  </a:ext>
                </a:extLst>
              </p:cNvPr>
              <p:cNvSpPr/>
              <p:nvPr/>
            </p:nvSpPr>
            <p:spPr>
              <a:xfrm>
                <a:off x="450018" y="1637760"/>
                <a:ext cx="32194" cy="26955"/>
              </a:xfrm>
              <a:custGeom>
                <a:avLst/>
                <a:gdLst>
                  <a:gd name="connsiteX0" fmla="*/ 28194 w 32194"/>
                  <a:gd name="connsiteY0" fmla="*/ 26860 h 26955"/>
                  <a:gd name="connsiteX1" fmla="*/ 10097 w 32194"/>
                  <a:gd name="connsiteY1" fmla="*/ 17335 h 26955"/>
                  <a:gd name="connsiteX2" fmla="*/ 0 w 32194"/>
                  <a:gd name="connsiteY2" fmla="*/ 8192 h 26955"/>
                  <a:gd name="connsiteX3" fmla="*/ 9144 w 32194"/>
                  <a:gd name="connsiteY3" fmla="*/ 0 h 26955"/>
                  <a:gd name="connsiteX4" fmla="*/ 17431 w 32194"/>
                  <a:gd name="connsiteY4" fmla="*/ 7525 h 26955"/>
                  <a:gd name="connsiteX5" fmla="*/ 32195 w 32194"/>
                  <a:gd name="connsiteY5" fmla="*/ 15335 h 26955"/>
                  <a:gd name="connsiteX6" fmla="*/ 28194 w 32194"/>
                  <a:gd name="connsiteY6" fmla="*/ 26956 h 26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94" h="26955">
                    <a:moveTo>
                      <a:pt x="28194" y="26860"/>
                    </a:moveTo>
                    <a:cubicBezTo>
                      <a:pt x="21717" y="24574"/>
                      <a:pt x="15621" y="21431"/>
                      <a:pt x="10097" y="17335"/>
                    </a:cubicBezTo>
                    <a:cubicBezTo>
                      <a:pt x="6477" y="14669"/>
                      <a:pt x="3048" y="11525"/>
                      <a:pt x="0" y="8192"/>
                    </a:cubicBezTo>
                    <a:lnTo>
                      <a:pt x="9144" y="0"/>
                    </a:lnTo>
                    <a:cubicBezTo>
                      <a:pt x="11621" y="2762"/>
                      <a:pt x="14383" y="5334"/>
                      <a:pt x="17431" y="7525"/>
                    </a:cubicBezTo>
                    <a:cubicBezTo>
                      <a:pt x="21908" y="10858"/>
                      <a:pt x="26956" y="13525"/>
                      <a:pt x="32195" y="15335"/>
                    </a:cubicBezTo>
                    <a:lnTo>
                      <a:pt x="28194" y="2695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81B39D7B-EE1C-38A6-9078-5E5272CE9EDD}"/>
                  </a:ext>
                </a:extLst>
              </p:cNvPr>
              <p:cNvSpPr/>
              <p:nvPr/>
            </p:nvSpPr>
            <p:spPr>
              <a:xfrm>
                <a:off x="436493" y="1550606"/>
                <a:ext cx="26860" cy="32194"/>
              </a:xfrm>
              <a:custGeom>
                <a:avLst/>
                <a:gdLst>
                  <a:gd name="connsiteX0" fmla="*/ 11620 w 26860"/>
                  <a:gd name="connsiteY0" fmla="*/ 32099 h 32194"/>
                  <a:gd name="connsiteX1" fmla="*/ 0 w 26860"/>
                  <a:gd name="connsiteY1" fmla="*/ 28099 h 32194"/>
                  <a:gd name="connsiteX2" fmla="*/ 9525 w 26860"/>
                  <a:gd name="connsiteY2" fmla="*/ 10097 h 32194"/>
                  <a:gd name="connsiteX3" fmla="*/ 18669 w 26860"/>
                  <a:gd name="connsiteY3" fmla="*/ 0 h 32194"/>
                  <a:gd name="connsiteX4" fmla="*/ 26860 w 26860"/>
                  <a:gd name="connsiteY4" fmla="*/ 9144 h 32194"/>
                  <a:gd name="connsiteX5" fmla="*/ 19336 w 26860"/>
                  <a:gd name="connsiteY5" fmla="*/ 17431 h 32194"/>
                  <a:gd name="connsiteX6" fmla="*/ 11525 w 26860"/>
                  <a:gd name="connsiteY6" fmla="*/ 32195 h 3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60" h="32194">
                    <a:moveTo>
                      <a:pt x="11620" y="32099"/>
                    </a:moveTo>
                    <a:lnTo>
                      <a:pt x="0" y="28099"/>
                    </a:lnTo>
                    <a:cubicBezTo>
                      <a:pt x="2191" y="21622"/>
                      <a:pt x="5429" y="15526"/>
                      <a:pt x="9525" y="10097"/>
                    </a:cubicBezTo>
                    <a:cubicBezTo>
                      <a:pt x="12192" y="6477"/>
                      <a:pt x="15335" y="3048"/>
                      <a:pt x="18669" y="0"/>
                    </a:cubicBezTo>
                    <a:lnTo>
                      <a:pt x="26860" y="9144"/>
                    </a:lnTo>
                    <a:cubicBezTo>
                      <a:pt x="24098" y="11621"/>
                      <a:pt x="21526" y="14383"/>
                      <a:pt x="19336" y="17431"/>
                    </a:cubicBezTo>
                    <a:cubicBezTo>
                      <a:pt x="16002" y="21907"/>
                      <a:pt x="13430" y="26860"/>
                      <a:pt x="11525" y="32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4CD0283A-D64D-598B-D9DE-7F94DFE44DFD}"/>
                  </a:ext>
                </a:extLst>
              </p:cNvPr>
              <p:cNvSpPr/>
              <p:nvPr/>
            </p:nvSpPr>
            <p:spPr>
              <a:xfrm>
                <a:off x="518408" y="1536890"/>
                <a:ext cx="32099" cy="26955"/>
              </a:xfrm>
              <a:custGeom>
                <a:avLst/>
                <a:gdLst>
                  <a:gd name="connsiteX0" fmla="*/ 23051 w 32099"/>
                  <a:gd name="connsiteY0" fmla="*/ 26956 h 26955"/>
                  <a:gd name="connsiteX1" fmla="*/ 14859 w 32099"/>
                  <a:gd name="connsiteY1" fmla="*/ 19526 h 26955"/>
                  <a:gd name="connsiteX2" fmla="*/ 0 w 32099"/>
                  <a:gd name="connsiteY2" fmla="*/ 11621 h 26955"/>
                  <a:gd name="connsiteX3" fmla="*/ 4001 w 32099"/>
                  <a:gd name="connsiteY3" fmla="*/ 0 h 26955"/>
                  <a:gd name="connsiteX4" fmla="*/ 22193 w 32099"/>
                  <a:gd name="connsiteY4" fmla="*/ 9620 h 26955"/>
                  <a:gd name="connsiteX5" fmla="*/ 32099 w 32099"/>
                  <a:gd name="connsiteY5" fmla="*/ 18669 h 26955"/>
                  <a:gd name="connsiteX6" fmla="*/ 22955 w 32099"/>
                  <a:gd name="connsiteY6" fmla="*/ 26860 h 26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099" h="26955">
                    <a:moveTo>
                      <a:pt x="23051" y="26956"/>
                    </a:moveTo>
                    <a:cubicBezTo>
                      <a:pt x="20574" y="24194"/>
                      <a:pt x="17812" y="21717"/>
                      <a:pt x="14859" y="19526"/>
                    </a:cubicBezTo>
                    <a:cubicBezTo>
                      <a:pt x="10287" y="16097"/>
                      <a:pt x="5334" y="13525"/>
                      <a:pt x="0" y="11621"/>
                    </a:cubicBezTo>
                    <a:lnTo>
                      <a:pt x="4001" y="0"/>
                    </a:lnTo>
                    <a:cubicBezTo>
                      <a:pt x="10478" y="2286"/>
                      <a:pt x="16669" y="5524"/>
                      <a:pt x="22193" y="9620"/>
                    </a:cubicBezTo>
                    <a:cubicBezTo>
                      <a:pt x="25813" y="12287"/>
                      <a:pt x="29147" y="15335"/>
                      <a:pt x="32099" y="18669"/>
                    </a:cubicBezTo>
                    <a:lnTo>
                      <a:pt x="22955" y="2686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25967C02-BDF3-51D1-2651-36B7F6BBE5BA}"/>
                  </a:ext>
                </a:extLst>
              </p:cNvPr>
              <p:cNvSpPr/>
              <p:nvPr/>
            </p:nvSpPr>
            <p:spPr>
              <a:xfrm>
                <a:off x="468687" y="1496028"/>
                <a:ext cx="58290" cy="85439"/>
              </a:xfrm>
              <a:custGeom>
                <a:avLst/>
                <a:gdLst>
                  <a:gd name="connsiteX0" fmla="*/ 49816 w 58290"/>
                  <a:gd name="connsiteY0" fmla="*/ 85344 h 85439"/>
                  <a:gd name="connsiteX1" fmla="*/ 38100 w 58290"/>
                  <a:gd name="connsiteY1" fmla="*/ 81629 h 85439"/>
                  <a:gd name="connsiteX2" fmla="*/ 44006 w 58290"/>
                  <a:gd name="connsiteY2" fmla="*/ 63151 h 85439"/>
                  <a:gd name="connsiteX3" fmla="*/ 38291 w 58290"/>
                  <a:gd name="connsiteY3" fmla="*/ 28194 h 85439"/>
                  <a:gd name="connsiteX4" fmla="*/ 14478 w 58290"/>
                  <a:gd name="connsiteY4" fmla="*/ 12954 h 85439"/>
                  <a:gd name="connsiteX5" fmla="*/ 25527 w 58290"/>
                  <a:gd name="connsiteY5" fmla="*/ 82582 h 85439"/>
                  <a:gd name="connsiteX6" fmla="*/ 13430 w 58290"/>
                  <a:gd name="connsiteY6" fmla="*/ 84487 h 85439"/>
                  <a:gd name="connsiteX7" fmla="*/ 0 w 58290"/>
                  <a:gd name="connsiteY7" fmla="*/ 0 h 85439"/>
                  <a:gd name="connsiteX8" fmla="*/ 7239 w 58290"/>
                  <a:gd name="connsiteY8" fmla="*/ 0 h 85439"/>
                  <a:gd name="connsiteX9" fmla="*/ 48292 w 58290"/>
                  <a:gd name="connsiteY9" fmla="*/ 20955 h 85439"/>
                  <a:gd name="connsiteX10" fmla="*/ 55817 w 58290"/>
                  <a:gd name="connsiteY10" fmla="*/ 66961 h 85439"/>
                  <a:gd name="connsiteX11" fmla="*/ 49911 w 58290"/>
                  <a:gd name="connsiteY11" fmla="*/ 85439 h 85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290" h="85439">
                    <a:moveTo>
                      <a:pt x="49816" y="85344"/>
                    </a:moveTo>
                    <a:lnTo>
                      <a:pt x="38100" y="81629"/>
                    </a:lnTo>
                    <a:lnTo>
                      <a:pt x="44006" y="63151"/>
                    </a:lnTo>
                    <a:cubicBezTo>
                      <a:pt x="47816" y="51149"/>
                      <a:pt x="45720" y="38386"/>
                      <a:pt x="38291" y="28194"/>
                    </a:cubicBezTo>
                    <a:cubicBezTo>
                      <a:pt x="32385" y="20098"/>
                      <a:pt x="23908" y="14764"/>
                      <a:pt x="14478" y="12954"/>
                    </a:cubicBezTo>
                    <a:lnTo>
                      <a:pt x="25527" y="82582"/>
                    </a:lnTo>
                    <a:lnTo>
                      <a:pt x="13430" y="84487"/>
                    </a:lnTo>
                    <a:lnTo>
                      <a:pt x="0" y="0"/>
                    </a:lnTo>
                    <a:lnTo>
                      <a:pt x="7239" y="0"/>
                    </a:lnTo>
                    <a:cubicBezTo>
                      <a:pt x="23622" y="0"/>
                      <a:pt x="38576" y="7620"/>
                      <a:pt x="48292" y="20955"/>
                    </a:cubicBezTo>
                    <a:cubicBezTo>
                      <a:pt x="58103" y="34385"/>
                      <a:pt x="60865" y="51149"/>
                      <a:pt x="55817" y="66961"/>
                    </a:cubicBezTo>
                    <a:lnTo>
                      <a:pt x="49911" y="854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064BECEE-91DC-CFF7-AAC4-1068F53FBB0B}"/>
                  </a:ext>
                </a:extLst>
              </p:cNvPr>
              <p:cNvSpPr/>
              <p:nvPr/>
            </p:nvSpPr>
            <p:spPr>
              <a:xfrm>
                <a:off x="473834" y="1620139"/>
                <a:ext cx="58290" cy="85439"/>
              </a:xfrm>
              <a:custGeom>
                <a:avLst/>
                <a:gdLst>
                  <a:gd name="connsiteX0" fmla="*/ 58290 w 58290"/>
                  <a:gd name="connsiteY0" fmla="*/ 85439 h 85439"/>
                  <a:gd name="connsiteX1" fmla="*/ 51051 w 58290"/>
                  <a:gd name="connsiteY1" fmla="*/ 85439 h 85439"/>
                  <a:gd name="connsiteX2" fmla="*/ 9998 w 58290"/>
                  <a:gd name="connsiteY2" fmla="*/ 64484 h 85439"/>
                  <a:gd name="connsiteX3" fmla="*/ 2474 w 58290"/>
                  <a:gd name="connsiteY3" fmla="*/ 18479 h 85439"/>
                  <a:gd name="connsiteX4" fmla="*/ 8379 w 58290"/>
                  <a:gd name="connsiteY4" fmla="*/ 0 h 85439"/>
                  <a:gd name="connsiteX5" fmla="*/ 20095 w 58290"/>
                  <a:gd name="connsiteY5" fmla="*/ 3715 h 85439"/>
                  <a:gd name="connsiteX6" fmla="*/ 14189 w 58290"/>
                  <a:gd name="connsiteY6" fmla="*/ 22193 h 85439"/>
                  <a:gd name="connsiteX7" fmla="*/ 19904 w 58290"/>
                  <a:gd name="connsiteY7" fmla="*/ 57150 h 85439"/>
                  <a:gd name="connsiteX8" fmla="*/ 43717 w 58290"/>
                  <a:gd name="connsiteY8" fmla="*/ 72390 h 85439"/>
                  <a:gd name="connsiteX9" fmla="*/ 32668 w 58290"/>
                  <a:gd name="connsiteY9" fmla="*/ 2762 h 85439"/>
                  <a:gd name="connsiteX10" fmla="*/ 44765 w 58290"/>
                  <a:gd name="connsiteY10" fmla="*/ 857 h 85439"/>
                  <a:gd name="connsiteX11" fmla="*/ 58195 w 58290"/>
                  <a:gd name="connsiteY11" fmla="*/ 85344 h 85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290" h="85439">
                    <a:moveTo>
                      <a:pt x="58290" y="85439"/>
                    </a:moveTo>
                    <a:lnTo>
                      <a:pt x="51051" y="85439"/>
                    </a:lnTo>
                    <a:cubicBezTo>
                      <a:pt x="34668" y="85439"/>
                      <a:pt x="19714" y="77819"/>
                      <a:pt x="9998" y="64484"/>
                    </a:cubicBezTo>
                    <a:cubicBezTo>
                      <a:pt x="188" y="51054"/>
                      <a:pt x="-2575" y="34290"/>
                      <a:pt x="2474" y="18479"/>
                    </a:cubicBezTo>
                    <a:lnTo>
                      <a:pt x="8379" y="0"/>
                    </a:lnTo>
                    <a:lnTo>
                      <a:pt x="20095" y="3715"/>
                    </a:lnTo>
                    <a:lnTo>
                      <a:pt x="14189" y="22193"/>
                    </a:lnTo>
                    <a:cubicBezTo>
                      <a:pt x="10379" y="34195"/>
                      <a:pt x="12475" y="46958"/>
                      <a:pt x="19904" y="57150"/>
                    </a:cubicBezTo>
                    <a:cubicBezTo>
                      <a:pt x="25810" y="65246"/>
                      <a:pt x="34287" y="70580"/>
                      <a:pt x="43717" y="72390"/>
                    </a:cubicBezTo>
                    <a:lnTo>
                      <a:pt x="32668" y="2762"/>
                    </a:lnTo>
                    <a:lnTo>
                      <a:pt x="44765" y="857"/>
                    </a:lnTo>
                    <a:lnTo>
                      <a:pt x="58195" y="8534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75490929-8CDF-A221-EE79-3CE70E4D101D}"/>
                  </a:ext>
                </a:extLst>
              </p:cNvPr>
              <p:cNvSpPr/>
              <p:nvPr/>
            </p:nvSpPr>
            <p:spPr>
              <a:xfrm>
                <a:off x="395536" y="1574231"/>
                <a:ext cx="85439" cy="58290"/>
              </a:xfrm>
              <a:custGeom>
                <a:avLst/>
                <a:gdLst>
                  <a:gd name="connsiteX0" fmla="*/ 0 w 85439"/>
                  <a:gd name="connsiteY0" fmla="*/ 58290 h 58290"/>
                  <a:gd name="connsiteX1" fmla="*/ 0 w 85439"/>
                  <a:gd name="connsiteY1" fmla="*/ 51051 h 58290"/>
                  <a:gd name="connsiteX2" fmla="*/ 20955 w 85439"/>
                  <a:gd name="connsiteY2" fmla="*/ 9998 h 58290"/>
                  <a:gd name="connsiteX3" fmla="*/ 66961 w 85439"/>
                  <a:gd name="connsiteY3" fmla="*/ 2474 h 58290"/>
                  <a:gd name="connsiteX4" fmla="*/ 85439 w 85439"/>
                  <a:gd name="connsiteY4" fmla="*/ 8379 h 58290"/>
                  <a:gd name="connsiteX5" fmla="*/ 81725 w 85439"/>
                  <a:gd name="connsiteY5" fmla="*/ 20095 h 58290"/>
                  <a:gd name="connsiteX6" fmla="*/ 63246 w 85439"/>
                  <a:gd name="connsiteY6" fmla="*/ 14189 h 58290"/>
                  <a:gd name="connsiteX7" fmla="*/ 28289 w 85439"/>
                  <a:gd name="connsiteY7" fmla="*/ 19904 h 58290"/>
                  <a:gd name="connsiteX8" fmla="*/ 13049 w 85439"/>
                  <a:gd name="connsiteY8" fmla="*/ 43717 h 58290"/>
                  <a:gd name="connsiteX9" fmla="*/ 82677 w 85439"/>
                  <a:gd name="connsiteY9" fmla="*/ 32668 h 58290"/>
                  <a:gd name="connsiteX10" fmla="*/ 84582 w 85439"/>
                  <a:gd name="connsiteY10" fmla="*/ 44765 h 58290"/>
                  <a:gd name="connsiteX11" fmla="*/ 95 w 85439"/>
                  <a:gd name="connsiteY11" fmla="*/ 58195 h 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5439" h="58290">
                    <a:moveTo>
                      <a:pt x="0" y="58290"/>
                    </a:moveTo>
                    <a:lnTo>
                      <a:pt x="0" y="51051"/>
                    </a:lnTo>
                    <a:cubicBezTo>
                      <a:pt x="0" y="34668"/>
                      <a:pt x="7620" y="19714"/>
                      <a:pt x="20955" y="9998"/>
                    </a:cubicBezTo>
                    <a:cubicBezTo>
                      <a:pt x="34385" y="188"/>
                      <a:pt x="51149" y="-2575"/>
                      <a:pt x="66961" y="2474"/>
                    </a:cubicBezTo>
                    <a:lnTo>
                      <a:pt x="85439" y="8379"/>
                    </a:lnTo>
                    <a:lnTo>
                      <a:pt x="81725" y="20095"/>
                    </a:lnTo>
                    <a:lnTo>
                      <a:pt x="63246" y="14189"/>
                    </a:lnTo>
                    <a:cubicBezTo>
                      <a:pt x="51245" y="10379"/>
                      <a:pt x="38481" y="12475"/>
                      <a:pt x="28289" y="19904"/>
                    </a:cubicBezTo>
                    <a:cubicBezTo>
                      <a:pt x="20193" y="25810"/>
                      <a:pt x="14859" y="34287"/>
                      <a:pt x="13049" y="43717"/>
                    </a:cubicBezTo>
                    <a:lnTo>
                      <a:pt x="82677" y="32668"/>
                    </a:lnTo>
                    <a:lnTo>
                      <a:pt x="84582" y="44765"/>
                    </a:lnTo>
                    <a:lnTo>
                      <a:pt x="95" y="5819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84F1D0E4-87CC-4507-FBFF-8275264F8647}"/>
                  </a:ext>
                </a:extLst>
              </p:cNvPr>
              <p:cNvSpPr/>
              <p:nvPr/>
            </p:nvSpPr>
            <p:spPr>
              <a:xfrm>
                <a:off x="519741" y="1569085"/>
                <a:ext cx="85344" cy="58292"/>
              </a:xfrm>
              <a:custGeom>
                <a:avLst/>
                <a:gdLst>
                  <a:gd name="connsiteX0" fmla="*/ 34195 w 85344"/>
                  <a:gd name="connsiteY0" fmla="*/ 58198 h 58292"/>
                  <a:gd name="connsiteX1" fmla="*/ 18478 w 85344"/>
                  <a:gd name="connsiteY1" fmla="*/ 55721 h 58292"/>
                  <a:gd name="connsiteX2" fmla="*/ 0 w 85344"/>
                  <a:gd name="connsiteY2" fmla="*/ 49816 h 58292"/>
                  <a:gd name="connsiteX3" fmla="*/ 3715 w 85344"/>
                  <a:gd name="connsiteY3" fmla="*/ 38100 h 58292"/>
                  <a:gd name="connsiteX4" fmla="*/ 22193 w 85344"/>
                  <a:gd name="connsiteY4" fmla="*/ 44005 h 58292"/>
                  <a:gd name="connsiteX5" fmla="*/ 57150 w 85344"/>
                  <a:gd name="connsiteY5" fmla="*/ 38290 h 58292"/>
                  <a:gd name="connsiteX6" fmla="*/ 72390 w 85344"/>
                  <a:gd name="connsiteY6" fmla="*/ 14478 h 58292"/>
                  <a:gd name="connsiteX7" fmla="*/ 2762 w 85344"/>
                  <a:gd name="connsiteY7" fmla="*/ 25527 h 58292"/>
                  <a:gd name="connsiteX8" fmla="*/ 857 w 85344"/>
                  <a:gd name="connsiteY8" fmla="*/ 13430 h 58292"/>
                  <a:gd name="connsiteX9" fmla="*/ 85344 w 85344"/>
                  <a:gd name="connsiteY9" fmla="*/ 0 h 58292"/>
                  <a:gd name="connsiteX10" fmla="*/ 85344 w 85344"/>
                  <a:gd name="connsiteY10" fmla="*/ 7239 h 58292"/>
                  <a:gd name="connsiteX11" fmla="*/ 64389 w 85344"/>
                  <a:gd name="connsiteY11" fmla="*/ 48292 h 58292"/>
                  <a:gd name="connsiteX12" fmla="*/ 34100 w 85344"/>
                  <a:gd name="connsiteY12" fmla="*/ 58293 h 58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5344" h="58292">
                    <a:moveTo>
                      <a:pt x="34195" y="58198"/>
                    </a:moveTo>
                    <a:cubicBezTo>
                      <a:pt x="28956" y="58198"/>
                      <a:pt x="23622" y="57340"/>
                      <a:pt x="18478" y="55721"/>
                    </a:cubicBezTo>
                    <a:lnTo>
                      <a:pt x="0" y="49816"/>
                    </a:lnTo>
                    <a:lnTo>
                      <a:pt x="3715" y="38100"/>
                    </a:lnTo>
                    <a:lnTo>
                      <a:pt x="22193" y="44005"/>
                    </a:lnTo>
                    <a:cubicBezTo>
                      <a:pt x="34195" y="47815"/>
                      <a:pt x="46958" y="45720"/>
                      <a:pt x="57150" y="38290"/>
                    </a:cubicBezTo>
                    <a:cubicBezTo>
                      <a:pt x="65246" y="32385"/>
                      <a:pt x="70580" y="23908"/>
                      <a:pt x="72390" y="14478"/>
                    </a:cubicBezTo>
                    <a:lnTo>
                      <a:pt x="2762" y="25527"/>
                    </a:lnTo>
                    <a:lnTo>
                      <a:pt x="857" y="13430"/>
                    </a:lnTo>
                    <a:lnTo>
                      <a:pt x="85344" y="0"/>
                    </a:lnTo>
                    <a:lnTo>
                      <a:pt x="85344" y="7239"/>
                    </a:lnTo>
                    <a:cubicBezTo>
                      <a:pt x="85344" y="23622"/>
                      <a:pt x="77724" y="38576"/>
                      <a:pt x="64389" y="48292"/>
                    </a:cubicBezTo>
                    <a:cubicBezTo>
                      <a:pt x="55340" y="54864"/>
                      <a:pt x="44863" y="58293"/>
                      <a:pt x="34100" y="582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D0040958-2C8D-9029-56EB-371C102CA375}"/>
                  </a:ext>
                </a:extLst>
              </p:cNvPr>
              <p:cNvSpPr/>
              <p:nvPr/>
            </p:nvSpPr>
            <p:spPr>
              <a:xfrm>
                <a:off x="494215" y="1594612"/>
                <a:ext cx="12287" cy="12287"/>
              </a:xfrm>
              <a:custGeom>
                <a:avLst/>
                <a:gdLst>
                  <a:gd name="connsiteX0" fmla="*/ 0 w 12287"/>
                  <a:gd name="connsiteY0" fmla="*/ 0 h 12287"/>
                  <a:gd name="connsiteX1" fmla="*/ 12287 w 12287"/>
                  <a:gd name="connsiteY1" fmla="*/ 0 h 12287"/>
                  <a:gd name="connsiteX2" fmla="*/ 12287 w 12287"/>
                  <a:gd name="connsiteY2" fmla="*/ 12287 h 12287"/>
                  <a:gd name="connsiteX3" fmla="*/ 0 w 12287"/>
                  <a:gd name="connsiteY3" fmla="*/ 12287 h 12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" h="12287">
                    <a:moveTo>
                      <a:pt x="0" y="0"/>
                    </a:moveTo>
                    <a:lnTo>
                      <a:pt x="12287" y="0"/>
                    </a:lnTo>
                    <a:lnTo>
                      <a:pt x="12287" y="12287"/>
                    </a:lnTo>
                    <a:lnTo>
                      <a:pt x="0" y="12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6" name="그래픽 6">
              <a:extLst>
                <a:ext uri="{FF2B5EF4-FFF2-40B4-BE49-F238E27FC236}">
                  <a16:creationId xmlns:a16="http://schemas.microsoft.com/office/drawing/2014/main" id="{13199642-5F08-4B4A-7F17-81E57FC6D035}"/>
                </a:ext>
              </a:extLst>
            </p:cNvPr>
            <p:cNvGrpSpPr/>
            <p:nvPr/>
          </p:nvGrpSpPr>
          <p:grpSpPr>
            <a:xfrm>
              <a:off x="523081" y="1928190"/>
              <a:ext cx="197090" cy="197240"/>
              <a:chOff x="1682268" y="1223899"/>
              <a:chExt cx="250888" cy="251079"/>
            </a:xfrm>
            <a:solidFill>
              <a:srgbClr val="FFFFFF"/>
            </a:solidFill>
          </p:grpSpPr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A75B807D-A0E8-8B59-AD28-D1F89BDC3DD1}"/>
                  </a:ext>
                </a:extLst>
              </p:cNvPr>
              <p:cNvSpPr/>
              <p:nvPr/>
            </p:nvSpPr>
            <p:spPr>
              <a:xfrm>
                <a:off x="1682268" y="1223899"/>
                <a:ext cx="250888" cy="251079"/>
              </a:xfrm>
              <a:custGeom>
                <a:avLst/>
                <a:gdLst>
                  <a:gd name="connsiteX0" fmla="*/ 237935 w 250888"/>
                  <a:gd name="connsiteY0" fmla="*/ 112490 h 251079"/>
                  <a:gd name="connsiteX1" fmla="*/ 213455 w 250888"/>
                  <a:gd name="connsiteY1" fmla="*/ 112490 h 251079"/>
                  <a:gd name="connsiteX2" fmla="*/ 212788 w 250888"/>
                  <a:gd name="connsiteY2" fmla="*/ 108776 h 251079"/>
                  <a:gd name="connsiteX3" fmla="*/ 207074 w 250888"/>
                  <a:gd name="connsiteY3" fmla="*/ 104870 h 251079"/>
                  <a:gd name="connsiteX4" fmla="*/ 203168 w 250888"/>
                  <a:gd name="connsiteY4" fmla="*/ 110585 h 251079"/>
                  <a:gd name="connsiteX5" fmla="*/ 203454 w 250888"/>
                  <a:gd name="connsiteY5" fmla="*/ 112395 h 251079"/>
                  <a:gd name="connsiteX6" fmla="*/ 204502 w 250888"/>
                  <a:gd name="connsiteY6" fmla="*/ 122206 h 251079"/>
                  <a:gd name="connsiteX7" fmla="*/ 204502 w 250888"/>
                  <a:gd name="connsiteY7" fmla="*/ 125540 h 251079"/>
                  <a:gd name="connsiteX8" fmla="*/ 204502 w 250888"/>
                  <a:gd name="connsiteY8" fmla="*/ 128873 h 251079"/>
                  <a:gd name="connsiteX9" fmla="*/ 203454 w 250888"/>
                  <a:gd name="connsiteY9" fmla="*/ 138684 h 251079"/>
                  <a:gd name="connsiteX10" fmla="*/ 189833 w 250888"/>
                  <a:gd name="connsiteY10" fmla="*/ 171355 h 251079"/>
                  <a:gd name="connsiteX11" fmla="*/ 183642 w 250888"/>
                  <a:gd name="connsiteY11" fmla="*/ 178975 h 251079"/>
                  <a:gd name="connsiteX12" fmla="*/ 178975 w 250888"/>
                  <a:gd name="connsiteY12" fmla="*/ 183642 h 251079"/>
                  <a:gd name="connsiteX13" fmla="*/ 171355 w 250888"/>
                  <a:gd name="connsiteY13" fmla="*/ 189833 h 251079"/>
                  <a:gd name="connsiteX14" fmla="*/ 138684 w 250888"/>
                  <a:gd name="connsiteY14" fmla="*/ 203454 h 251079"/>
                  <a:gd name="connsiteX15" fmla="*/ 128873 w 250888"/>
                  <a:gd name="connsiteY15" fmla="*/ 204502 h 251079"/>
                  <a:gd name="connsiteX16" fmla="*/ 125540 w 250888"/>
                  <a:gd name="connsiteY16" fmla="*/ 204502 h 251079"/>
                  <a:gd name="connsiteX17" fmla="*/ 122206 w 250888"/>
                  <a:gd name="connsiteY17" fmla="*/ 204502 h 251079"/>
                  <a:gd name="connsiteX18" fmla="*/ 112395 w 250888"/>
                  <a:gd name="connsiteY18" fmla="*/ 203454 h 251079"/>
                  <a:gd name="connsiteX19" fmla="*/ 79724 w 250888"/>
                  <a:gd name="connsiteY19" fmla="*/ 189833 h 251079"/>
                  <a:gd name="connsiteX20" fmla="*/ 72104 w 250888"/>
                  <a:gd name="connsiteY20" fmla="*/ 183642 h 251079"/>
                  <a:gd name="connsiteX21" fmla="*/ 67437 w 250888"/>
                  <a:gd name="connsiteY21" fmla="*/ 178975 h 251079"/>
                  <a:gd name="connsiteX22" fmla="*/ 61246 w 250888"/>
                  <a:gd name="connsiteY22" fmla="*/ 171355 h 251079"/>
                  <a:gd name="connsiteX23" fmla="*/ 47625 w 250888"/>
                  <a:gd name="connsiteY23" fmla="*/ 138684 h 251079"/>
                  <a:gd name="connsiteX24" fmla="*/ 46577 w 250888"/>
                  <a:gd name="connsiteY24" fmla="*/ 128873 h 251079"/>
                  <a:gd name="connsiteX25" fmla="*/ 46577 w 250888"/>
                  <a:gd name="connsiteY25" fmla="*/ 125540 h 251079"/>
                  <a:gd name="connsiteX26" fmla="*/ 46577 w 250888"/>
                  <a:gd name="connsiteY26" fmla="*/ 122206 h 251079"/>
                  <a:gd name="connsiteX27" fmla="*/ 47625 w 250888"/>
                  <a:gd name="connsiteY27" fmla="*/ 112395 h 251079"/>
                  <a:gd name="connsiteX28" fmla="*/ 61246 w 250888"/>
                  <a:gd name="connsiteY28" fmla="*/ 79724 h 251079"/>
                  <a:gd name="connsiteX29" fmla="*/ 67437 w 250888"/>
                  <a:gd name="connsiteY29" fmla="*/ 72104 h 251079"/>
                  <a:gd name="connsiteX30" fmla="*/ 72104 w 250888"/>
                  <a:gd name="connsiteY30" fmla="*/ 67437 h 251079"/>
                  <a:gd name="connsiteX31" fmla="*/ 79724 w 250888"/>
                  <a:gd name="connsiteY31" fmla="*/ 61246 h 251079"/>
                  <a:gd name="connsiteX32" fmla="*/ 112395 w 250888"/>
                  <a:gd name="connsiteY32" fmla="*/ 47625 h 251079"/>
                  <a:gd name="connsiteX33" fmla="*/ 122206 w 250888"/>
                  <a:gd name="connsiteY33" fmla="*/ 46577 h 251079"/>
                  <a:gd name="connsiteX34" fmla="*/ 125540 w 250888"/>
                  <a:gd name="connsiteY34" fmla="*/ 46577 h 251079"/>
                  <a:gd name="connsiteX35" fmla="*/ 128873 w 250888"/>
                  <a:gd name="connsiteY35" fmla="*/ 46577 h 251079"/>
                  <a:gd name="connsiteX36" fmla="*/ 138684 w 250888"/>
                  <a:gd name="connsiteY36" fmla="*/ 47625 h 251079"/>
                  <a:gd name="connsiteX37" fmla="*/ 171450 w 250888"/>
                  <a:gd name="connsiteY37" fmla="*/ 61151 h 251079"/>
                  <a:gd name="connsiteX38" fmla="*/ 179070 w 250888"/>
                  <a:gd name="connsiteY38" fmla="*/ 67342 h 251079"/>
                  <a:gd name="connsiteX39" fmla="*/ 183737 w 250888"/>
                  <a:gd name="connsiteY39" fmla="*/ 72009 h 251079"/>
                  <a:gd name="connsiteX40" fmla="*/ 189929 w 250888"/>
                  <a:gd name="connsiteY40" fmla="*/ 79629 h 251079"/>
                  <a:gd name="connsiteX41" fmla="*/ 191071 w 250888"/>
                  <a:gd name="connsiteY41" fmla="*/ 81344 h 251079"/>
                  <a:gd name="connsiteX42" fmla="*/ 197834 w 250888"/>
                  <a:gd name="connsiteY42" fmla="*/ 82677 h 251079"/>
                  <a:gd name="connsiteX43" fmla="*/ 199168 w 250888"/>
                  <a:gd name="connsiteY43" fmla="*/ 75914 h 251079"/>
                  <a:gd name="connsiteX44" fmla="*/ 196882 w 250888"/>
                  <a:gd name="connsiteY44" fmla="*/ 72676 h 251079"/>
                  <a:gd name="connsiteX45" fmla="*/ 214217 w 250888"/>
                  <a:gd name="connsiteY45" fmla="*/ 55340 h 251079"/>
                  <a:gd name="connsiteX46" fmla="*/ 214217 w 250888"/>
                  <a:gd name="connsiteY46" fmla="*/ 36767 h 251079"/>
                  <a:gd name="connsiteX47" fmla="*/ 204978 w 250888"/>
                  <a:gd name="connsiteY47" fmla="*/ 32957 h 251079"/>
                  <a:gd name="connsiteX48" fmla="*/ 195739 w 250888"/>
                  <a:gd name="connsiteY48" fmla="*/ 36767 h 251079"/>
                  <a:gd name="connsiteX49" fmla="*/ 178403 w 250888"/>
                  <a:gd name="connsiteY49" fmla="*/ 54102 h 251079"/>
                  <a:gd name="connsiteX50" fmla="*/ 138684 w 250888"/>
                  <a:gd name="connsiteY50" fmla="*/ 37624 h 251079"/>
                  <a:gd name="connsiteX51" fmla="*/ 138684 w 250888"/>
                  <a:gd name="connsiteY51" fmla="*/ 13145 h 251079"/>
                  <a:gd name="connsiteX52" fmla="*/ 125540 w 250888"/>
                  <a:gd name="connsiteY52" fmla="*/ 0 h 251079"/>
                  <a:gd name="connsiteX53" fmla="*/ 112395 w 250888"/>
                  <a:gd name="connsiteY53" fmla="*/ 13145 h 251079"/>
                  <a:gd name="connsiteX54" fmla="*/ 112395 w 250888"/>
                  <a:gd name="connsiteY54" fmla="*/ 37624 h 251079"/>
                  <a:gd name="connsiteX55" fmla="*/ 72676 w 250888"/>
                  <a:gd name="connsiteY55" fmla="*/ 54102 h 251079"/>
                  <a:gd name="connsiteX56" fmla="*/ 55340 w 250888"/>
                  <a:gd name="connsiteY56" fmla="*/ 36767 h 251079"/>
                  <a:gd name="connsiteX57" fmla="*/ 36767 w 250888"/>
                  <a:gd name="connsiteY57" fmla="*/ 36767 h 251079"/>
                  <a:gd name="connsiteX58" fmla="*/ 36767 w 250888"/>
                  <a:gd name="connsiteY58" fmla="*/ 55340 h 251079"/>
                  <a:gd name="connsiteX59" fmla="*/ 54102 w 250888"/>
                  <a:gd name="connsiteY59" fmla="*/ 72676 h 251079"/>
                  <a:gd name="connsiteX60" fmla="*/ 37624 w 250888"/>
                  <a:gd name="connsiteY60" fmla="*/ 112395 h 251079"/>
                  <a:gd name="connsiteX61" fmla="*/ 13145 w 250888"/>
                  <a:gd name="connsiteY61" fmla="*/ 112395 h 251079"/>
                  <a:gd name="connsiteX62" fmla="*/ 0 w 250888"/>
                  <a:gd name="connsiteY62" fmla="*/ 125540 h 251079"/>
                  <a:gd name="connsiteX63" fmla="*/ 13145 w 250888"/>
                  <a:gd name="connsiteY63" fmla="*/ 138684 h 251079"/>
                  <a:gd name="connsiteX64" fmla="*/ 37624 w 250888"/>
                  <a:gd name="connsiteY64" fmla="*/ 138684 h 251079"/>
                  <a:gd name="connsiteX65" fmla="*/ 54102 w 250888"/>
                  <a:gd name="connsiteY65" fmla="*/ 178403 h 251079"/>
                  <a:gd name="connsiteX66" fmla="*/ 36767 w 250888"/>
                  <a:gd name="connsiteY66" fmla="*/ 195739 h 251079"/>
                  <a:gd name="connsiteX67" fmla="*/ 36767 w 250888"/>
                  <a:gd name="connsiteY67" fmla="*/ 214313 h 251079"/>
                  <a:gd name="connsiteX68" fmla="*/ 46006 w 250888"/>
                  <a:gd name="connsiteY68" fmla="*/ 218123 h 251079"/>
                  <a:gd name="connsiteX69" fmla="*/ 55245 w 250888"/>
                  <a:gd name="connsiteY69" fmla="*/ 214313 h 251079"/>
                  <a:gd name="connsiteX70" fmla="*/ 72581 w 250888"/>
                  <a:gd name="connsiteY70" fmla="*/ 196977 h 251079"/>
                  <a:gd name="connsiteX71" fmla="*/ 112300 w 250888"/>
                  <a:gd name="connsiteY71" fmla="*/ 213455 h 251079"/>
                  <a:gd name="connsiteX72" fmla="*/ 112300 w 250888"/>
                  <a:gd name="connsiteY72" fmla="*/ 237935 h 251079"/>
                  <a:gd name="connsiteX73" fmla="*/ 125444 w 250888"/>
                  <a:gd name="connsiteY73" fmla="*/ 251079 h 251079"/>
                  <a:gd name="connsiteX74" fmla="*/ 138589 w 250888"/>
                  <a:gd name="connsiteY74" fmla="*/ 237935 h 251079"/>
                  <a:gd name="connsiteX75" fmla="*/ 138589 w 250888"/>
                  <a:gd name="connsiteY75" fmla="*/ 213455 h 251079"/>
                  <a:gd name="connsiteX76" fmla="*/ 178308 w 250888"/>
                  <a:gd name="connsiteY76" fmla="*/ 196977 h 251079"/>
                  <a:gd name="connsiteX77" fmla="*/ 195644 w 250888"/>
                  <a:gd name="connsiteY77" fmla="*/ 214313 h 251079"/>
                  <a:gd name="connsiteX78" fmla="*/ 204883 w 250888"/>
                  <a:gd name="connsiteY78" fmla="*/ 218123 h 251079"/>
                  <a:gd name="connsiteX79" fmla="*/ 214122 w 250888"/>
                  <a:gd name="connsiteY79" fmla="*/ 214313 h 251079"/>
                  <a:gd name="connsiteX80" fmla="*/ 214122 w 250888"/>
                  <a:gd name="connsiteY80" fmla="*/ 195739 h 251079"/>
                  <a:gd name="connsiteX81" fmla="*/ 196787 w 250888"/>
                  <a:gd name="connsiteY81" fmla="*/ 178403 h 251079"/>
                  <a:gd name="connsiteX82" fmla="*/ 213265 w 250888"/>
                  <a:gd name="connsiteY82" fmla="*/ 138684 h 251079"/>
                  <a:gd name="connsiteX83" fmla="*/ 237744 w 250888"/>
                  <a:gd name="connsiteY83" fmla="*/ 138684 h 251079"/>
                  <a:gd name="connsiteX84" fmla="*/ 250888 w 250888"/>
                  <a:gd name="connsiteY84" fmla="*/ 125540 h 251079"/>
                  <a:gd name="connsiteX85" fmla="*/ 237744 w 250888"/>
                  <a:gd name="connsiteY85" fmla="*/ 112395 h 251079"/>
                  <a:gd name="connsiteX86" fmla="*/ 202692 w 250888"/>
                  <a:gd name="connsiteY86" fmla="*/ 43720 h 251079"/>
                  <a:gd name="connsiteX87" fmla="*/ 205073 w 250888"/>
                  <a:gd name="connsiteY87" fmla="*/ 42767 h 251079"/>
                  <a:gd name="connsiteX88" fmla="*/ 207454 w 250888"/>
                  <a:gd name="connsiteY88" fmla="*/ 43720 h 251079"/>
                  <a:gd name="connsiteX89" fmla="*/ 207454 w 250888"/>
                  <a:gd name="connsiteY89" fmla="*/ 48387 h 251079"/>
                  <a:gd name="connsiteX90" fmla="*/ 190786 w 250888"/>
                  <a:gd name="connsiteY90" fmla="*/ 65056 h 251079"/>
                  <a:gd name="connsiteX91" fmla="*/ 186119 w 250888"/>
                  <a:gd name="connsiteY91" fmla="*/ 60389 h 251079"/>
                  <a:gd name="connsiteX92" fmla="*/ 202787 w 250888"/>
                  <a:gd name="connsiteY92" fmla="*/ 43720 h 251079"/>
                  <a:gd name="connsiteX93" fmla="*/ 122206 w 250888"/>
                  <a:gd name="connsiteY93" fmla="*/ 13145 h 251079"/>
                  <a:gd name="connsiteX94" fmla="*/ 125540 w 250888"/>
                  <a:gd name="connsiteY94" fmla="*/ 9811 h 251079"/>
                  <a:gd name="connsiteX95" fmla="*/ 128873 w 250888"/>
                  <a:gd name="connsiteY95" fmla="*/ 13145 h 251079"/>
                  <a:gd name="connsiteX96" fmla="*/ 128873 w 250888"/>
                  <a:gd name="connsiteY96" fmla="*/ 36767 h 251079"/>
                  <a:gd name="connsiteX97" fmla="*/ 125540 w 250888"/>
                  <a:gd name="connsiteY97" fmla="*/ 36767 h 251079"/>
                  <a:gd name="connsiteX98" fmla="*/ 122206 w 250888"/>
                  <a:gd name="connsiteY98" fmla="*/ 36767 h 251079"/>
                  <a:gd name="connsiteX99" fmla="*/ 122206 w 250888"/>
                  <a:gd name="connsiteY99" fmla="*/ 13145 h 251079"/>
                  <a:gd name="connsiteX100" fmla="*/ 43720 w 250888"/>
                  <a:gd name="connsiteY100" fmla="*/ 48482 h 251079"/>
                  <a:gd name="connsiteX101" fmla="*/ 43720 w 250888"/>
                  <a:gd name="connsiteY101" fmla="*/ 43815 h 251079"/>
                  <a:gd name="connsiteX102" fmla="*/ 46101 w 250888"/>
                  <a:gd name="connsiteY102" fmla="*/ 42863 h 251079"/>
                  <a:gd name="connsiteX103" fmla="*/ 48482 w 250888"/>
                  <a:gd name="connsiteY103" fmla="*/ 43815 h 251079"/>
                  <a:gd name="connsiteX104" fmla="*/ 65246 w 250888"/>
                  <a:gd name="connsiteY104" fmla="*/ 60579 h 251079"/>
                  <a:gd name="connsiteX105" fmla="*/ 60579 w 250888"/>
                  <a:gd name="connsiteY105" fmla="*/ 65246 h 251079"/>
                  <a:gd name="connsiteX106" fmla="*/ 43815 w 250888"/>
                  <a:gd name="connsiteY106" fmla="*/ 48482 h 251079"/>
                  <a:gd name="connsiteX107" fmla="*/ 36767 w 250888"/>
                  <a:gd name="connsiteY107" fmla="*/ 128873 h 251079"/>
                  <a:gd name="connsiteX108" fmla="*/ 13145 w 250888"/>
                  <a:gd name="connsiteY108" fmla="*/ 128873 h 251079"/>
                  <a:gd name="connsiteX109" fmla="*/ 9811 w 250888"/>
                  <a:gd name="connsiteY109" fmla="*/ 125540 h 251079"/>
                  <a:gd name="connsiteX110" fmla="*/ 13145 w 250888"/>
                  <a:gd name="connsiteY110" fmla="*/ 122206 h 251079"/>
                  <a:gd name="connsiteX111" fmla="*/ 36767 w 250888"/>
                  <a:gd name="connsiteY111" fmla="*/ 122206 h 251079"/>
                  <a:gd name="connsiteX112" fmla="*/ 36767 w 250888"/>
                  <a:gd name="connsiteY112" fmla="*/ 125540 h 251079"/>
                  <a:gd name="connsiteX113" fmla="*/ 36767 w 250888"/>
                  <a:gd name="connsiteY113" fmla="*/ 128873 h 251079"/>
                  <a:gd name="connsiteX114" fmla="*/ 48387 w 250888"/>
                  <a:gd name="connsiteY114" fmla="*/ 207454 h 251079"/>
                  <a:gd name="connsiteX115" fmla="*/ 43720 w 250888"/>
                  <a:gd name="connsiteY115" fmla="*/ 207454 h 251079"/>
                  <a:gd name="connsiteX116" fmla="*/ 43720 w 250888"/>
                  <a:gd name="connsiteY116" fmla="*/ 202787 h 251079"/>
                  <a:gd name="connsiteX117" fmla="*/ 60484 w 250888"/>
                  <a:gd name="connsiteY117" fmla="*/ 186023 h 251079"/>
                  <a:gd name="connsiteX118" fmla="*/ 65151 w 250888"/>
                  <a:gd name="connsiteY118" fmla="*/ 190691 h 251079"/>
                  <a:gd name="connsiteX119" fmla="*/ 48387 w 250888"/>
                  <a:gd name="connsiteY119" fmla="*/ 207454 h 251079"/>
                  <a:gd name="connsiteX120" fmla="*/ 128873 w 250888"/>
                  <a:gd name="connsiteY120" fmla="*/ 238030 h 251079"/>
                  <a:gd name="connsiteX121" fmla="*/ 125540 w 250888"/>
                  <a:gd name="connsiteY121" fmla="*/ 241364 h 251079"/>
                  <a:gd name="connsiteX122" fmla="*/ 122206 w 250888"/>
                  <a:gd name="connsiteY122" fmla="*/ 238030 h 251079"/>
                  <a:gd name="connsiteX123" fmla="*/ 122206 w 250888"/>
                  <a:gd name="connsiteY123" fmla="*/ 214408 h 251079"/>
                  <a:gd name="connsiteX124" fmla="*/ 125540 w 250888"/>
                  <a:gd name="connsiteY124" fmla="*/ 214408 h 251079"/>
                  <a:gd name="connsiteX125" fmla="*/ 128873 w 250888"/>
                  <a:gd name="connsiteY125" fmla="*/ 214408 h 251079"/>
                  <a:gd name="connsiteX126" fmla="*/ 128873 w 250888"/>
                  <a:gd name="connsiteY126" fmla="*/ 238030 h 251079"/>
                  <a:gd name="connsiteX127" fmla="*/ 207359 w 250888"/>
                  <a:gd name="connsiteY127" fmla="*/ 202692 h 251079"/>
                  <a:gd name="connsiteX128" fmla="*/ 207359 w 250888"/>
                  <a:gd name="connsiteY128" fmla="*/ 207359 h 251079"/>
                  <a:gd name="connsiteX129" fmla="*/ 204978 w 250888"/>
                  <a:gd name="connsiteY129" fmla="*/ 208312 h 251079"/>
                  <a:gd name="connsiteX130" fmla="*/ 202597 w 250888"/>
                  <a:gd name="connsiteY130" fmla="*/ 207359 h 251079"/>
                  <a:gd name="connsiteX131" fmla="*/ 185833 w 250888"/>
                  <a:gd name="connsiteY131" fmla="*/ 190595 h 251079"/>
                  <a:gd name="connsiteX132" fmla="*/ 190500 w 250888"/>
                  <a:gd name="connsiteY132" fmla="*/ 185928 h 251079"/>
                  <a:gd name="connsiteX133" fmla="*/ 207264 w 250888"/>
                  <a:gd name="connsiteY133" fmla="*/ 202692 h 251079"/>
                  <a:gd name="connsiteX134" fmla="*/ 237935 w 250888"/>
                  <a:gd name="connsiteY134" fmla="*/ 128873 h 251079"/>
                  <a:gd name="connsiteX135" fmla="*/ 214313 w 250888"/>
                  <a:gd name="connsiteY135" fmla="*/ 128873 h 251079"/>
                  <a:gd name="connsiteX136" fmla="*/ 214313 w 250888"/>
                  <a:gd name="connsiteY136" fmla="*/ 125540 h 251079"/>
                  <a:gd name="connsiteX137" fmla="*/ 214313 w 250888"/>
                  <a:gd name="connsiteY137" fmla="*/ 122206 h 251079"/>
                  <a:gd name="connsiteX138" fmla="*/ 237935 w 250888"/>
                  <a:gd name="connsiteY138" fmla="*/ 122206 h 251079"/>
                  <a:gd name="connsiteX139" fmla="*/ 241268 w 250888"/>
                  <a:gd name="connsiteY139" fmla="*/ 125540 h 251079"/>
                  <a:gd name="connsiteX140" fmla="*/ 237935 w 250888"/>
                  <a:gd name="connsiteY140" fmla="*/ 128873 h 251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</a:cxnLst>
                <a:rect l="l" t="t" r="r" b="b"/>
                <a:pathLst>
                  <a:path w="250888" h="251079">
                    <a:moveTo>
                      <a:pt x="237935" y="112490"/>
                    </a:moveTo>
                    <a:lnTo>
                      <a:pt x="213455" y="112490"/>
                    </a:lnTo>
                    <a:cubicBezTo>
                      <a:pt x="213265" y="111252"/>
                      <a:pt x="213074" y="110014"/>
                      <a:pt x="212788" y="108776"/>
                    </a:cubicBezTo>
                    <a:cubicBezTo>
                      <a:pt x="212312" y="106108"/>
                      <a:pt x="209741" y="104394"/>
                      <a:pt x="207074" y="104870"/>
                    </a:cubicBezTo>
                    <a:cubicBezTo>
                      <a:pt x="204407" y="105346"/>
                      <a:pt x="202692" y="107918"/>
                      <a:pt x="203168" y="110585"/>
                    </a:cubicBezTo>
                    <a:cubicBezTo>
                      <a:pt x="203263" y="111157"/>
                      <a:pt x="203359" y="111824"/>
                      <a:pt x="203454" y="112395"/>
                    </a:cubicBezTo>
                    <a:cubicBezTo>
                      <a:pt x="204025" y="115633"/>
                      <a:pt x="204311" y="118872"/>
                      <a:pt x="204502" y="122206"/>
                    </a:cubicBezTo>
                    <a:cubicBezTo>
                      <a:pt x="204502" y="123349"/>
                      <a:pt x="204502" y="124396"/>
                      <a:pt x="204502" y="125540"/>
                    </a:cubicBezTo>
                    <a:cubicBezTo>
                      <a:pt x="204502" y="126682"/>
                      <a:pt x="204502" y="127730"/>
                      <a:pt x="204502" y="128873"/>
                    </a:cubicBezTo>
                    <a:cubicBezTo>
                      <a:pt x="204407" y="132207"/>
                      <a:pt x="204025" y="135446"/>
                      <a:pt x="203454" y="138684"/>
                    </a:cubicBezTo>
                    <a:cubicBezTo>
                      <a:pt x="201454" y="150686"/>
                      <a:pt x="196691" y="161830"/>
                      <a:pt x="189833" y="171355"/>
                    </a:cubicBezTo>
                    <a:cubicBezTo>
                      <a:pt x="187928" y="174022"/>
                      <a:pt x="185833" y="176594"/>
                      <a:pt x="183642" y="178975"/>
                    </a:cubicBezTo>
                    <a:cubicBezTo>
                      <a:pt x="182118" y="180594"/>
                      <a:pt x="180594" y="182213"/>
                      <a:pt x="178975" y="183642"/>
                    </a:cubicBezTo>
                    <a:cubicBezTo>
                      <a:pt x="176594" y="185833"/>
                      <a:pt x="174022" y="187928"/>
                      <a:pt x="171355" y="189833"/>
                    </a:cubicBezTo>
                    <a:cubicBezTo>
                      <a:pt x="161830" y="196691"/>
                      <a:pt x="150686" y="201359"/>
                      <a:pt x="138684" y="203454"/>
                    </a:cubicBezTo>
                    <a:cubicBezTo>
                      <a:pt x="135446" y="204026"/>
                      <a:pt x="132207" y="204311"/>
                      <a:pt x="128873" y="204502"/>
                    </a:cubicBezTo>
                    <a:cubicBezTo>
                      <a:pt x="127730" y="204502"/>
                      <a:pt x="126683" y="204502"/>
                      <a:pt x="125540" y="204502"/>
                    </a:cubicBezTo>
                    <a:cubicBezTo>
                      <a:pt x="124396" y="204502"/>
                      <a:pt x="123349" y="204502"/>
                      <a:pt x="122206" y="204502"/>
                    </a:cubicBezTo>
                    <a:cubicBezTo>
                      <a:pt x="118872" y="204407"/>
                      <a:pt x="115633" y="204026"/>
                      <a:pt x="112395" y="203454"/>
                    </a:cubicBezTo>
                    <a:cubicBezTo>
                      <a:pt x="100394" y="201454"/>
                      <a:pt x="89249" y="196691"/>
                      <a:pt x="79724" y="189833"/>
                    </a:cubicBezTo>
                    <a:cubicBezTo>
                      <a:pt x="77057" y="187928"/>
                      <a:pt x="74486" y="185833"/>
                      <a:pt x="72104" y="183642"/>
                    </a:cubicBezTo>
                    <a:cubicBezTo>
                      <a:pt x="70485" y="182118"/>
                      <a:pt x="68866" y="180594"/>
                      <a:pt x="67437" y="178975"/>
                    </a:cubicBezTo>
                    <a:cubicBezTo>
                      <a:pt x="65246" y="176594"/>
                      <a:pt x="63151" y="174022"/>
                      <a:pt x="61246" y="171355"/>
                    </a:cubicBezTo>
                    <a:cubicBezTo>
                      <a:pt x="54388" y="161830"/>
                      <a:pt x="49721" y="150686"/>
                      <a:pt x="47625" y="138684"/>
                    </a:cubicBezTo>
                    <a:cubicBezTo>
                      <a:pt x="47054" y="135446"/>
                      <a:pt x="46768" y="132207"/>
                      <a:pt x="46577" y="128873"/>
                    </a:cubicBezTo>
                    <a:cubicBezTo>
                      <a:pt x="46577" y="127730"/>
                      <a:pt x="46577" y="126682"/>
                      <a:pt x="46577" y="125540"/>
                    </a:cubicBezTo>
                    <a:cubicBezTo>
                      <a:pt x="46577" y="124396"/>
                      <a:pt x="46577" y="123349"/>
                      <a:pt x="46577" y="122206"/>
                    </a:cubicBezTo>
                    <a:cubicBezTo>
                      <a:pt x="46673" y="118872"/>
                      <a:pt x="47054" y="115633"/>
                      <a:pt x="47625" y="112395"/>
                    </a:cubicBezTo>
                    <a:cubicBezTo>
                      <a:pt x="49625" y="100394"/>
                      <a:pt x="54388" y="89249"/>
                      <a:pt x="61246" y="79724"/>
                    </a:cubicBezTo>
                    <a:cubicBezTo>
                      <a:pt x="63151" y="77057"/>
                      <a:pt x="65246" y="74486"/>
                      <a:pt x="67437" y="72104"/>
                    </a:cubicBezTo>
                    <a:cubicBezTo>
                      <a:pt x="68961" y="70485"/>
                      <a:pt x="70485" y="68866"/>
                      <a:pt x="72104" y="67437"/>
                    </a:cubicBezTo>
                    <a:cubicBezTo>
                      <a:pt x="74486" y="65246"/>
                      <a:pt x="77057" y="63151"/>
                      <a:pt x="79724" y="61246"/>
                    </a:cubicBezTo>
                    <a:cubicBezTo>
                      <a:pt x="89249" y="54388"/>
                      <a:pt x="100394" y="49721"/>
                      <a:pt x="112395" y="47625"/>
                    </a:cubicBezTo>
                    <a:cubicBezTo>
                      <a:pt x="115633" y="47054"/>
                      <a:pt x="118872" y="46768"/>
                      <a:pt x="122206" y="46577"/>
                    </a:cubicBezTo>
                    <a:cubicBezTo>
                      <a:pt x="123349" y="46577"/>
                      <a:pt x="124396" y="46577"/>
                      <a:pt x="125540" y="46577"/>
                    </a:cubicBezTo>
                    <a:cubicBezTo>
                      <a:pt x="126683" y="46577"/>
                      <a:pt x="127730" y="46577"/>
                      <a:pt x="128873" y="46577"/>
                    </a:cubicBezTo>
                    <a:cubicBezTo>
                      <a:pt x="132207" y="46673"/>
                      <a:pt x="135446" y="47054"/>
                      <a:pt x="138684" y="47625"/>
                    </a:cubicBezTo>
                    <a:cubicBezTo>
                      <a:pt x="150495" y="49625"/>
                      <a:pt x="161735" y="54293"/>
                      <a:pt x="171450" y="61151"/>
                    </a:cubicBezTo>
                    <a:cubicBezTo>
                      <a:pt x="174117" y="63056"/>
                      <a:pt x="176689" y="65151"/>
                      <a:pt x="179070" y="67342"/>
                    </a:cubicBezTo>
                    <a:cubicBezTo>
                      <a:pt x="180689" y="68866"/>
                      <a:pt x="182309" y="70390"/>
                      <a:pt x="183737" y="72009"/>
                    </a:cubicBezTo>
                    <a:cubicBezTo>
                      <a:pt x="185928" y="74390"/>
                      <a:pt x="188024" y="76962"/>
                      <a:pt x="189929" y="79629"/>
                    </a:cubicBezTo>
                    <a:cubicBezTo>
                      <a:pt x="190310" y="80201"/>
                      <a:pt x="190691" y="80772"/>
                      <a:pt x="191071" y="81344"/>
                    </a:cubicBezTo>
                    <a:cubicBezTo>
                      <a:pt x="192596" y="83630"/>
                      <a:pt x="195644" y="84201"/>
                      <a:pt x="197834" y="82677"/>
                    </a:cubicBezTo>
                    <a:cubicBezTo>
                      <a:pt x="200120" y="81153"/>
                      <a:pt x="200692" y="78105"/>
                      <a:pt x="199168" y="75914"/>
                    </a:cubicBezTo>
                    <a:cubicBezTo>
                      <a:pt x="198406" y="74771"/>
                      <a:pt x="197644" y="73724"/>
                      <a:pt x="196882" y="72676"/>
                    </a:cubicBezTo>
                    <a:lnTo>
                      <a:pt x="214217" y="55340"/>
                    </a:lnTo>
                    <a:cubicBezTo>
                      <a:pt x="219361" y="50197"/>
                      <a:pt x="219361" y="41910"/>
                      <a:pt x="214217" y="36767"/>
                    </a:cubicBezTo>
                    <a:cubicBezTo>
                      <a:pt x="211741" y="34290"/>
                      <a:pt x="208407" y="32957"/>
                      <a:pt x="204978" y="32957"/>
                    </a:cubicBezTo>
                    <a:cubicBezTo>
                      <a:pt x="201549" y="32957"/>
                      <a:pt x="198215" y="34290"/>
                      <a:pt x="195739" y="36767"/>
                    </a:cubicBezTo>
                    <a:lnTo>
                      <a:pt x="178403" y="54102"/>
                    </a:lnTo>
                    <a:cubicBezTo>
                      <a:pt x="166783" y="45529"/>
                      <a:pt x="153162" y="39815"/>
                      <a:pt x="138684" y="37624"/>
                    </a:cubicBezTo>
                    <a:lnTo>
                      <a:pt x="138684" y="13145"/>
                    </a:lnTo>
                    <a:cubicBezTo>
                      <a:pt x="138684" y="5905"/>
                      <a:pt x="132779" y="0"/>
                      <a:pt x="125540" y="0"/>
                    </a:cubicBezTo>
                    <a:cubicBezTo>
                      <a:pt x="118300" y="0"/>
                      <a:pt x="112395" y="5905"/>
                      <a:pt x="112395" y="13145"/>
                    </a:cubicBezTo>
                    <a:lnTo>
                      <a:pt x="112395" y="37624"/>
                    </a:lnTo>
                    <a:cubicBezTo>
                      <a:pt x="97631" y="39815"/>
                      <a:pt x="84106" y="45625"/>
                      <a:pt x="72676" y="54102"/>
                    </a:cubicBezTo>
                    <a:lnTo>
                      <a:pt x="55340" y="36767"/>
                    </a:lnTo>
                    <a:cubicBezTo>
                      <a:pt x="50197" y="31623"/>
                      <a:pt x="41910" y="31623"/>
                      <a:pt x="36767" y="36767"/>
                    </a:cubicBezTo>
                    <a:cubicBezTo>
                      <a:pt x="31623" y="41910"/>
                      <a:pt x="31623" y="50197"/>
                      <a:pt x="36767" y="55340"/>
                    </a:cubicBezTo>
                    <a:lnTo>
                      <a:pt x="54102" y="72676"/>
                    </a:lnTo>
                    <a:cubicBezTo>
                      <a:pt x="45625" y="84106"/>
                      <a:pt x="39815" y="97631"/>
                      <a:pt x="37624" y="112395"/>
                    </a:cubicBezTo>
                    <a:lnTo>
                      <a:pt x="13145" y="112395"/>
                    </a:lnTo>
                    <a:cubicBezTo>
                      <a:pt x="5906" y="112395"/>
                      <a:pt x="0" y="118301"/>
                      <a:pt x="0" y="125540"/>
                    </a:cubicBezTo>
                    <a:cubicBezTo>
                      <a:pt x="0" y="132779"/>
                      <a:pt x="5906" y="138684"/>
                      <a:pt x="13145" y="138684"/>
                    </a:cubicBezTo>
                    <a:lnTo>
                      <a:pt x="37624" y="138684"/>
                    </a:lnTo>
                    <a:cubicBezTo>
                      <a:pt x="39815" y="153448"/>
                      <a:pt x="45625" y="166973"/>
                      <a:pt x="54102" y="178403"/>
                    </a:cubicBezTo>
                    <a:lnTo>
                      <a:pt x="36767" y="195739"/>
                    </a:lnTo>
                    <a:cubicBezTo>
                      <a:pt x="31623" y="200882"/>
                      <a:pt x="31623" y="209169"/>
                      <a:pt x="36767" y="214313"/>
                    </a:cubicBezTo>
                    <a:cubicBezTo>
                      <a:pt x="39338" y="216884"/>
                      <a:pt x="42672" y="218123"/>
                      <a:pt x="46006" y="218123"/>
                    </a:cubicBezTo>
                    <a:cubicBezTo>
                      <a:pt x="49340" y="218123"/>
                      <a:pt x="52769" y="216884"/>
                      <a:pt x="55245" y="214313"/>
                    </a:cubicBezTo>
                    <a:lnTo>
                      <a:pt x="72581" y="196977"/>
                    </a:lnTo>
                    <a:cubicBezTo>
                      <a:pt x="84011" y="205454"/>
                      <a:pt x="97536" y="211265"/>
                      <a:pt x="112300" y="213455"/>
                    </a:cubicBezTo>
                    <a:lnTo>
                      <a:pt x="112300" y="237935"/>
                    </a:lnTo>
                    <a:cubicBezTo>
                      <a:pt x="112300" y="245174"/>
                      <a:pt x="118205" y="251079"/>
                      <a:pt x="125444" y="251079"/>
                    </a:cubicBezTo>
                    <a:cubicBezTo>
                      <a:pt x="132683" y="251079"/>
                      <a:pt x="138589" y="245174"/>
                      <a:pt x="138589" y="237935"/>
                    </a:cubicBezTo>
                    <a:lnTo>
                      <a:pt x="138589" y="213455"/>
                    </a:lnTo>
                    <a:cubicBezTo>
                      <a:pt x="153353" y="211265"/>
                      <a:pt x="166878" y="205454"/>
                      <a:pt x="178308" y="196977"/>
                    </a:cubicBezTo>
                    <a:lnTo>
                      <a:pt x="195644" y="214313"/>
                    </a:lnTo>
                    <a:cubicBezTo>
                      <a:pt x="198120" y="216789"/>
                      <a:pt x="201454" y="218123"/>
                      <a:pt x="204883" y="218123"/>
                    </a:cubicBezTo>
                    <a:cubicBezTo>
                      <a:pt x="208312" y="218123"/>
                      <a:pt x="211646" y="216789"/>
                      <a:pt x="214122" y="214313"/>
                    </a:cubicBezTo>
                    <a:cubicBezTo>
                      <a:pt x="219266" y="209169"/>
                      <a:pt x="219266" y="200882"/>
                      <a:pt x="214122" y="195739"/>
                    </a:cubicBezTo>
                    <a:lnTo>
                      <a:pt x="196787" y="178403"/>
                    </a:lnTo>
                    <a:cubicBezTo>
                      <a:pt x="205264" y="166973"/>
                      <a:pt x="211074" y="153448"/>
                      <a:pt x="213265" y="138684"/>
                    </a:cubicBezTo>
                    <a:lnTo>
                      <a:pt x="237744" y="138684"/>
                    </a:lnTo>
                    <a:cubicBezTo>
                      <a:pt x="244983" y="138684"/>
                      <a:pt x="250888" y="132779"/>
                      <a:pt x="250888" y="125540"/>
                    </a:cubicBezTo>
                    <a:cubicBezTo>
                      <a:pt x="250888" y="118301"/>
                      <a:pt x="244983" y="112395"/>
                      <a:pt x="237744" y="112395"/>
                    </a:cubicBezTo>
                    <a:close/>
                    <a:moveTo>
                      <a:pt x="202692" y="43720"/>
                    </a:moveTo>
                    <a:cubicBezTo>
                      <a:pt x="203359" y="43053"/>
                      <a:pt x="204121" y="42767"/>
                      <a:pt x="205073" y="42767"/>
                    </a:cubicBezTo>
                    <a:cubicBezTo>
                      <a:pt x="206026" y="42767"/>
                      <a:pt x="206788" y="43148"/>
                      <a:pt x="207454" y="43720"/>
                    </a:cubicBezTo>
                    <a:cubicBezTo>
                      <a:pt x="208788" y="45053"/>
                      <a:pt x="208788" y="47149"/>
                      <a:pt x="207454" y="48387"/>
                    </a:cubicBezTo>
                    <a:lnTo>
                      <a:pt x="190786" y="65056"/>
                    </a:lnTo>
                    <a:cubicBezTo>
                      <a:pt x="189262" y="63437"/>
                      <a:pt x="187738" y="61913"/>
                      <a:pt x="186119" y="60389"/>
                    </a:cubicBezTo>
                    <a:lnTo>
                      <a:pt x="202787" y="43720"/>
                    </a:lnTo>
                    <a:close/>
                    <a:moveTo>
                      <a:pt x="122206" y="13145"/>
                    </a:moveTo>
                    <a:cubicBezTo>
                      <a:pt x="122206" y="11335"/>
                      <a:pt x="123730" y="9811"/>
                      <a:pt x="125540" y="9811"/>
                    </a:cubicBezTo>
                    <a:cubicBezTo>
                      <a:pt x="127349" y="9811"/>
                      <a:pt x="128873" y="11335"/>
                      <a:pt x="128873" y="13145"/>
                    </a:cubicBezTo>
                    <a:lnTo>
                      <a:pt x="128873" y="36767"/>
                    </a:lnTo>
                    <a:cubicBezTo>
                      <a:pt x="127730" y="36767"/>
                      <a:pt x="126683" y="36767"/>
                      <a:pt x="125540" y="36767"/>
                    </a:cubicBezTo>
                    <a:cubicBezTo>
                      <a:pt x="124396" y="36767"/>
                      <a:pt x="123349" y="36767"/>
                      <a:pt x="122206" y="36767"/>
                    </a:cubicBezTo>
                    <a:lnTo>
                      <a:pt x="122206" y="13145"/>
                    </a:lnTo>
                    <a:close/>
                    <a:moveTo>
                      <a:pt x="43720" y="48482"/>
                    </a:moveTo>
                    <a:cubicBezTo>
                      <a:pt x="42386" y="47149"/>
                      <a:pt x="42386" y="45053"/>
                      <a:pt x="43720" y="43815"/>
                    </a:cubicBezTo>
                    <a:cubicBezTo>
                      <a:pt x="44387" y="43148"/>
                      <a:pt x="45244" y="42863"/>
                      <a:pt x="46101" y="42863"/>
                    </a:cubicBezTo>
                    <a:cubicBezTo>
                      <a:pt x="46958" y="42863"/>
                      <a:pt x="47816" y="43148"/>
                      <a:pt x="48482" y="43815"/>
                    </a:cubicBezTo>
                    <a:lnTo>
                      <a:pt x="65246" y="60579"/>
                    </a:lnTo>
                    <a:cubicBezTo>
                      <a:pt x="63627" y="62103"/>
                      <a:pt x="62103" y="63627"/>
                      <a:pt x="60579" y="65246"/>
                    </a:cubicBezTo>
                    <a:lnTo>
                      <a:pt x="43815" y="48482"/>
                    </a:lnTo>
                    <a:close/>
                    <a:moveTo>
                      <a:pt x="36767" y="128873"/>
                    </a:moveTo>
                    <a:lnTo>
                      <a:pt x="13145" y="128873"/>
                    </a:lnTo>
                    <a:cubicBezTo>
                      <a:pt x="11335" y="128873"/>
                      <a:pt x="9811" y="127349"/>
                      <a:pt x="9811" y="125540"/>
                    </a:cubicBezTo>
                    <a:cubicBezTo>
                      <a:pt x="9811" y="123730"/>
                      <a:pt x="11335" y="122206"/>
                      <a:pt x="13145" y="122206"/>
                    </a:cubicBezTo>
                    <a:lnTo>
                      <a:pt x="36767" y="122206"/>
                    </a:lnTo>
                    <a:cubicBezTo>
                      <a:pt x="36767" y="123349"/>
                      <a:pt x="36767" y="124396"/>
                      <a:pt x="36767" y="125540"/>
                    </a:cubicBezTo>
                    <a:cubicBezTo>
                      <a:pt x="36767" y="126682"/>
                      <a:pt x="36767" y="127730"/>
                      <a:pt x="36767" y="128873"/>
                    </a:cubicBezTo>
                    <a:close/>
                    <a:moveTo>
                      <a:pt x="48387" y="207454"/>
                    </a:moveTo>
                    <a:cubicBezTo>
                      <a:pt x="47054" y="208788"/>
                      <a:pt x="44958" y="208788"/>
                      <a:pt x="43720" y="207454"/>
                    </a:cubicBezTo>
                    <a:cubicBezTo>
                      <a:pt x="42386" y="206121"/>
                      <a:pt x="42386" y="204026"/>
                      <a:pt x="43720" y="202787"/>
                    </a:cubicBezTo>
                    <a:lnTo>
                      <a:pt x="60484" y="186023"/>
                    </a:lnTo>
                    <a:cubicBezTo>
                      <a:pt x="62008" y="187643"/>
                      <a:pt x="63532" y="189167"/>
                      <a:pt x="65151" y="190691"/>
                    </a:cubicBezTo>
                    <a:lnTo>
                      <a:pt x="48387" y="207454"/>
                    </a:lnTo>
                    <a:close/>
                    <a:moveTo>
                      <a:pt x="128873" y="238030"/>
                    </a:moveTo>
                    <a:cubicBezTo>
                      <a:pt x="128873" y="239840"/>
                      <a:pt x="127349" y="241364"/>
                      <a:pt x="125540" y="241364"/>
                    </a:cubicBezTo>
                    <a:cubicBezTo>
                      <a:pt x="123730" y="241364"/>
                      <a:pt x="122206" y="239840"/>
                      <a:pt x="122206" y="238030"/>
                    </a:cubicBezTo>
                    <a:lnTo>
                      <a:pt x="122206" y="214408"/>
                    </a:lnTo>
                    <a:cubicBezTo>
                      <a:pt x="123349" y="214408"/>
                      <a:pt x="124396" y="214408"/>
                      <a:pt x="125540" y="214408"/>
                    </a:cubicBezTo>
                    <a:cubicBezTo>
                      <a:pt x="126683" y="214408"/>
                      <a:pt x="127730" y="214408"/>
                      <a:pt x="128873" y="214408"/>
                    </a:cubicBezTo>
                    <a:lnTo>
                      <a:pt x="128873" y="238030"/>
                    </a:lnTo>
                    <a:close/>
                    <a:moveTo>
                      <a:pt x="207359" y="202692"/>
                    </a:moveTo>
                    <a:cubicBezTo>
                      <a:pt x="208693" y="204026"/>
                      <a:pt x="208693" y="206121"/>
                      <a:pt x="207359" y="207359"/>
                    </a:cubicBezTo>
                    <a:cubicBezTo>
                      <a:pt x="206692" y="208026"/>
                      <a:pt x="205931" y="208312"/>
                      <a:pt x="204978" y="208312"/>
                    </a:cubicBezTo>
                    <a:cubicBezTo>
                      <a:pt x="204025" y="208312"/>
                      <a:pt x="203263" y="207931"/>
                      <a:pt x="202597" y="207359"/>
                    </a:cubicBezTo>
                    <a:lnTo>
                      <a:pt x="185833" y="190595"/>
                    </a:lnTo>
                    <a:cubicBezTo>
                      <a:pt x="187452" y="189071"/>
                      <a:pt x="188976" y="187547"/>
                      <a:pt x="190500" y="185928"/>
                    </a:cubicBezTo>
                    <a:lnTo>
                      <a:pt x="207264" y="202692"/>
                    </a:lnTo>
                    <a:close/>
                    <a:moveTo>
                      <a:pt x="237935" y="128873"/>
                    </a:moveTo>
                    <a:lnTo>
                      <a:pt x="214313" y="128873"/>
                    </a:lnTo>
                    <a:cubicBezTo>
                      <a:pt x="214313" y="127730"/>
                      <a:pt x="214313" y="126682"/>
                      <a:pt x="214313" y="125540"/>
                    </a:cubicBezTo>
                    <a:cubicBezTo>
                      <a:pt x="214313" y="124396"/>
                      <a:pt x="214313" y="123349"/>
                      <a:pt x="214313" y="122206"/>
                    </a:cubicBezTo>
                    <a:lnTo>
                      <a:pt x="237935" y="122206"/>
                    </a:lnTo>
                    <a:cubicBezTo>
                      <a:pt x="239744" y="122206"/>
                      <a:pt x="241268" y="123730"/>
                      <a:pt x="241268" y="125540"/>
                    </a:cubicBezTo>
                    <a:cubicBezTo>
                      <a:pt x="241268" y="127349"/>
                      <a:pt x="239744" y="128873"/>
                      <a:pt x="237935" y="1288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D5E2DB4C-434B-0667-08BC-CA10442ACD34}"/>
                  </a:ext>
                </a:extLst>
              </p:cNvPr>
              <p:cNvSpPr/>
              <p:nvPr/>
            </p:nvSpPr>
            <p:spPr>
              <a:xfrm>
                <a:off x="1738180" y="1279715"/>
                <a:ext cx="139636" cy="139636"/>
              </a:xfrm>
              <a:custGeom>
                <a:avLst/>
                <a:gdLst>
                  <a:gd name="connsiteX0" fmla="*/ 139636 w 139636"/>
                  <a:gd name="connsiteY0" fmla="*/ 66484 h 139636"/>
                  <a:gd name="connsiteX1" fmla="*/ 138493 w 139636"/>
                  <a:gd name="connsiteY1" fmla="*/ 56674 h 139636"/>
                  <a:gd name="connsiteX2" fmla="*/ 127635 w 139636"/>
                  <a:gd name="connsiteY2" fmla="*/ 30480 h 139636"/>
                  <a:gd name="connsiteX3" fmla="*/ 121539 w 139636"/>
                  <a:gd name="connsiteY3" fmla="*/ 22765 h 139636"/>
                  <a:gd name="connsiteX4" fmla="*/ 116872 w 139636"/>
                  <a:gd name="connsiteY4" fmla="*/ 18097 h 139636"/>
                  <a:gd name="connsiteX5" fmla="*/ 109156 w 139636"/>
                  <a:gd name="connsiteY5" fmla="*/ 12002 h 139636"/>
                  <a:gd name="connsiteX6" fmla="*/ 82963 w 139636"/>
                  <a:gd name="connsiteY6" fmla="*/ 1143 h 139636"/>
                  <a:gd name="connsiteX7" fmla="*/ 73152 w 139636"/>
                  <a:gd name="connsiteY7" fmla="*/ 0 h 139636"/>
                  <a:gd name="connsiteX8" fmla="*/ 69818 w 139636"/>
                  <a:gd name="connsiteY8" fmla="*/ 0 h 139636"/>
                  <a:gd name="connsiteX9" fmla="*/ 66484 w 139636"/>
                  <a:gd name="connsiteY9" fmla="*/ 0 h 139636"/>
                  <a:gd name="connsiteX10" fmla="*/ 56674 w 139636"/>
                  <a:gd name="connsiteY10" fmla="*/ 1143 h 139636"/>
                  <a:gd name="connsiteX11" fmla="*/ 30480 w 139636"/>
                  <a:gd name="connsiteY11" fmla="*/ 12002 h 139636"/>
                  <a:gd name="connsiteX12" fmla="*/ 22765 w 139636"/>
                  <a:gd name="connsiteY12" fmla="*/ 18097 h 139636"/>
                  <a:gd name="connsiteX13" fmla="*/ 18097 w 139636"/>
                  <a:gd name="connsiteY13" fmla="*/ 22765 h 139636"/>
                  <a:gd name="connsiteX14" fmla="*/ 12001 w 139636"/>
                  <a:gd name="connsiteY14" fmla="*/ 30480 h 139636"/>
                  <a:gd name="connsiteX15" fmla="*/ 1143 w 139636"/>
                  <a:gd name="connsiteY15" fmla="*/ 56674 h 139636"/>
                  <a:gd name="connsiteX16" fmla="*/ 0 w 139636"/>
                  <a:gd name="connsiteY16" fmla="*/ 66484 h 139636"/>
                  <a:gd name="connsiteX17" fmla="*/ 0 w 139636"/>
                  <a:gd name="connsiteY17" fmla="*/ 69818 h 139636"/>
                  <a:gd name="connsiteX18" fmla="*/ 0 w 139636"/>
                  <a:gd name="connsiteY18" fmla="*/ 73152 h 139636"/>
                  <a:gd name="connsiteX19" fmla="*/ 1143 w 139636"/>
                  <a:gd name="connsiteY19" fmla="*/ 82963 h 139636"/>
                  <a:gd name="connsiteX20" fmla="*/ 12001 w 139636"/>
                  <a:gd name="connsiteY20" fmla="*/ 109156 h 139636"/>
                  <a:gd name="connsiteX21" fmla="*/ 18097 w 139636"/>
                  <a:gd name="connsiteY21" fmla="*/ 116872 h 139636"/>
                  <a:gd name="connsiteX22" fmla="*/ 22765 w 139636"/>
                  <a:gd name="connsiteY22" fmla="*/ 121539 h 139636"/>
                  <a:gd name="connsiteX23" fmla="*/ 30480 w 139636"/>
                  <a:gd name="connsiteY23" fmla="*/ 127635 h 139636"/>
                  <a:gd name="connsiteX24" fmla="*/ 56674 w 139636"/>
                  <a:gd name="connsiteY24" fmla="*/ 138493 h 139636"/>
                  <a:gd name="connsiteX25" fmla="*/ 66484 w 139636"/>
                  <a:gd name="connsiteY25" fmla="*/ 139637 h 139636"/>
                  <a:gd name="connsiteX26" fmla="*/ 69818 w 139636"/>
                  <a:gd name="connsiteY26" fmla="*/ 139637 h 139636"/>
                  <a:gd name="connsiteX27" fmla="*/ 73152 w 139636"/>
                  <a:gd name="connsiteY27" fmla="*/ 139637 h 139636"/>
                  <a:gd name="connsiteX28" fmla="*/ 82963 w 139636"/>
                  <a:gd name="connsiteY28" fmla="*/ 138493 h 139636"/>
                  <a:gd name="connsiteX29" fmla="*/ 109156 w 139636"/>
                  <a:gd name="connsiteY29" fmla="*/ 127635 h 139636"/>
                  <a:gd name="connsiteX30" fmla="*/ 116872 w 139636"/>
                  <a:gd name="connsiteY30" fmla="*/ 121539 h 139636"/>
                  <a:gd name="connsiteX31" fmla="*/ 121539 w 139636"/>
                  <a:gd name="connsiteY31" fmla="*/ 116872 h 139636"/>
                  <a:gd name="connsiteX32" fmla="*/ 127635 w 139636"/>
                  <a:gd name="connsiteY32" fmla="*/ 109156 h 139636"/>
                  <a:gd name="connsiteX33" fmla="*/ 138493 w 139636"/>
                  <a:gd name="connsiteY33" fmla="*/ 82963 h 139636"/>
                  <a:gd name="connsiteX34" fmla="*/ 139636 w 139636"/>
                  <a:gd name="connsiteY34" fmla="*/ 73152 h 139636"/>
                  <a:gd name="connsiteX35" fmla="*/ 139636 w 139636"/>
                  <a:gd name="connsiteY35" fmla="*/ 69818 h 139636"/>
                  <a:gd name="connsiteX36" fmla="*/ 139636 w 139636"/>
                  <a:gd name="connsiteY36" fmla="*/ 66484 h 139636"/>
                  <a:gd name="connsiteX37" fmla="*/ 120491 w 139636"/>
                  <a:gd name="connsiteY37" fmla="*/ 37528 h 139636"/>
                  <a:gd name="connsiteX38" fmla="*/ 128397 w 139636"/>
                  <a:gd name="connsiteY38" fmla="*/ 56674 h 139636"/>
                  <a:gd name="connsiteX39" fmla="*/ 102108 w 139636"/>
                  <a:gd name="connsiteY39" fmla="*/ 56674 h 139636"/>
                  <a:gd name="connsiteX40" fmla="*/ 101917 w 139636"/>
                  <a:gd name="connsiteY40" fmla="*/ 56102 h 139636"/>
                  <a:gd name="connsiteX41" fmla="*/ 120491 w 139636"/>
                  <a:gd name="connsiteY41" fmla="*/ 37528 h 139636"/>
                  <a:gd name="connsiteX42" fmla="*/ 109823 w 139636"/>
                  <a:gd name="connsiteY42" fmla="*/ 24955 h 139636"/>
                  <a:gd name="connsiteX43" fmla="*/ 114490 w 139636"/>
                  <a:gd name="connsiteY43" fmla="*/ 29623 h 139636"/>
                  <a:gd name="connsiteX44" fmla="*/ 96679 w 139636"/>
                  <a:gd name="connsiteY44" fmla="*/ 47434 h 139636"/>
                  <a:gd name="connsiteX45" fmla="*/ 92011 w 139636"/>
                  <a:gd name="connsiteY45" fmla="*/ 42767 h 139636"/>
                  <a:gd name="connsiteX46" fmla="*/ 109823 w 139636"/>
                  <a:gd name="connsiteY46" fmla="*/ 24955 h 139636"/>
                  <a:gd name="connsiteX47" fmla="*/ 82772 w 139636"/>
                  <a:gd name="connsiteY47" fmla="*/ 10954 h 139636"/>
                  <a:gd name="connsiteX48" fmla="*/ 101917 w 139636"/>
                  <a:gd name="connsiteY48" fmla="*/ 18859 h 139636"/>
                  <a:gd name="connsiteX49" fmla="*/ 83344 w 139636"/>
                  <a:gd name="connsiteY49" fmla="*/ 37433 h 139636"/>
                  <a:gd name="connsiteX50" fmla="*/ 82772 w 139636"/>
                  <a:gd name="connsiteY50" fmla="*/ 37243 h 139636"/>
                  <a:gd name="connsiteX51" fmla="*/ 82772 w 139636"/>
                  <a:gd name="connsiteY51" fmla="*/ 10954 h 139636"/>
                  <a:gd name="connsiteX52" fmla="*/ 82772 w 139636"/>
                  <a:gd name="connsiteY52" fmla="*/ 10954 h 139636"/>
                  <a:gd name="connsiteX53" fmla="*/ 66294 w 139636"/>
                  <a:gd name="connsiteY53" fmla="*/ 9620 h 139636"/>
                  <a:gd name="connsiteX54" fmla="*/ 69628 w 139636"/>
                  <a:gd name="connsiteY54" fmla="*/ 9620 h 139636"/>
                  <a:gd name="connsiteX55" fmla="*/ 72961 w 139636"/>
                  <a:gd name="connsiteY55" fmla="*/ 9620 h 139636"/>
                  <a:gd name="connsiteX56" fmla="*/ 72961 w 139636"/>
                  <a:gd name="connsiteY56" fmla="*/ 34862 h 139636"/>
                  <a:gd name="connsiteX57" fmla="*/ 69628 w 139636"/>
                  <a:gd name="connsiteY57" fmla="*/ 34671 h 139636"/>
                  <a:gd name="connsiteX58" fmla="*/ 66294 w 139636"/>
                  <a:gd name="connsiteY58" fmla="*/ 34862 h 139636"/>
                  <a:gd name="connsiteX59" fmla="*/ 66294 w 139636"/>
                  <a:gd name="connsiteY59" fmla="*/ 9620 h 139636"/>
                  <a:gd name="connsiteX60" fmla="*/ 56483 w 139636"/>
                  <a:gd name="connsiteY60" fmla="*/ 10954 h 139636"/>
                  <a:gd name="connsiteX61" fmla="*/ 56483 w 139636"/>
                  <a:gd name="connsiteY61" fmla="*/ 37243 h 139636"/>
                  <a:gd name="connsiteX62" fmla="*/ 55912 w 139636"/>
                  <a:gd name="connsiteY62" fmla="*/ 37433 h 139636"/>
                  <a:gd name="connsiteX63" fmla="*/ 37338 w 139636"/>
                  <a:gd name="connsiteY63" fmla="*/ 18859 h 139636"/>
                  <a:gd name="connsiteX64" fmla="*/ 56483 w 139636"/>
                  <a:gd name="connsiteY64" fmla="*/ 10954 h 139636"/>
                  <a:gd name="connsiteX65" fmla="*/ 29527 w 139636"/>
                  <a:gd name="connsiteY65" fmla="*/ 24955 h 139636"/>
                  <a:gd name="connsiteX66" fmla="*/ 47339 w 139636"/>
                  <a:gd name="connsiteY66" fmla="*/ 42767 h 139636"/>
                  <a:gd name="connsiteX67" fmla="*/ 42672 w 139636"/>
                  <a:gd name="connsiteY67" fmla="*/ 47434 h 139636"/>
                  <a:gd name="connsiteX68" fmla="*/ 24860 w 139636"/>
                  <a:gd name="connsiteY68" fmla="*/ 29623 h 139636"/>
                  <a:gd name="connsiteX69" fmla="*/ 29527 w 139636"/>
                  <a:gd name="connsiteY69" fmla="*/ 24955 h 139636"/>
                  <a:gd name="connsiteX70" fmla="*/ 18859 w 139636"/>
                  <a:gd name="connsiteY70" fmla="*/ 37528 h 139636"/>
                  <a:gd name="connsiteX71" fmla="*/ 37433 w 139636"/>
                  <a:gd name="connsiteY71" fmla="*/ 56102 h 139636"/>
                  <a:gd name="connsiteX72" fmla="*/ 37243 w 139636"/>
                  <a:gd name="connsiteY72" fmla="*/ 56674 h 139636"/>
                  <a:gd name="connsiteX73" fmla="*/ 10954 w 139636"/>
                  <a:gd name="connsiteY73" fmla="*/ 56674 h 139636"/>
                  <a:gd name="connsiteX74" fmla="*/ 18859 w 139636"/>
                  <a:gd name="connsiteY74" fmla="*/ 37528 h 139636"/>
                  <a:gd name="connsiteX75" fmla="*/ 9430 w 139636"/>
                  <a:gd name="connsiteY75" fmla="*/ 69818 h 139636"/>
                  <a:gd name="connsiteX76" fmla="*/ 9430 w 139636"/>
                  <a:gd name="connsiteY76" fmla="*/ 66484 h 139636"/>
                  <a:gd name="connsiteX77" fmla="*/ 34671 w 139636"/>
                  <a:gd name="connsiteY77" fmla="*/ 66484 h 139636"/>
                  <a:gd name="connsiteX78" fmla="*/ 34480 w 139636"/>
                  <a:gd name="connsiteY78" fmla="*/ 69818 h 139636"/>
                  <a:gd name="connsiteX79" fmla="*/ 34671 w 139636"/>
                  <a:gd name="connsiteY79" fmla="*/ 73152 h 139636"/>
                  <a:gd name="connsiteX80" fmla="*/ 9430 w 139636"/>
                  <a:gd name="connsiteY80" fmla="*/ 73152 h 139636"/>
                  <a:gd name="connsiteX81" fmla="*/ 9430 w 139636"/>
                  <a:gd name="connsiteY81" fmla="*/ 69818 h 139636"/>
                  <a:gd name="connsiteX82" fmla="*/ 18859 w 139636"/>
                  <a:gd name="connsiteY82" fmla="*/ 102013 h 139636"/>
                  <a:gd name="connsiteX83" fmla="*/ 10954 w 139636"/>
                  <a:gd name="connsiteY83" fmla="*/ 82867 h 139636"/>
                  <a:gd name="connsiteX84" fmla="*/ 37243 w 139636"/>
                  <a:gd name="connsiteY84" fmla="*/ 82867 h 139636"/>
                  <a:gd name="connsiteX85" fmla="*/ 37433 w 139636"/>
                  <a:gd name="connsiteY85" fmla="*/ 83439 h 139636"/>
                  <a:gd name="connsiteX86" fmla="*/ 18859 w 139636"/>
                  <a:gd name="connsiteY86" fmla="*/ 102013 h 139636"/>
                  <a:gd name="connsiteX87" fmla="*/ 29527 w 139636"/>
                  <a:gd name="connsiteY87" fmla="*/ 114586 h 139636"/>
                  <a:gd name="connsiteX88" fmla="*/ 24860 w 139636"/>
                  <a:gd name="connsiteY88" fmla="*/ 109918 h 139636"/>
                  <a:gd name="connsiteX89" fmla="*/ 42672 w 139636"/>
                  <a:gd name="connsiteY89" fmla="*/ 92107 h 139636"/>
                  <a:gd name="connsiteX90" fmla="*/ 47339 w 139636"/>
                  <a:gd name="connsiteY90" fmla="*/ 96774 h 139636"/>
                  <a:gd name="connsiteX91" fmla="*/ 29527 w 139636"/>
                  <a:gd name="connsiteY91" fmla="*/ 114586 h 139636"/>
                  <a:gd name="connsiteX92" fmla="*/ 56483 w 139636"/>
                  <a:gd name="connsiteY92" fmla="*/ 128588 h 139636"/>
                  <a:gd name="connsiteX93" fmla="*/ 37338 w 139636"/>
                  <a:gd name="connsiteY93" fmla="*/ 120682 h 139636"/>
                  <a:gd name="connsiteX94" fmla="*/ 55912 w 139636"/>
                  <a:gd name="connsiteY94" fmla="*/ 102108 h 139636"/>
                  <a:gd name="connsiteX95" fmla="*/ 56483 w 139636"/>
                  <a:gd name="connsiteY95" fmla="*/ 102299 h 139636"/>
                  <a:gd name="connsiteX96" fmla="*/ 56483 w 139636"/>
                  <a:gd name="connsiteY96" fmla="*/ 128588 h 139636"/>
                  <a:gd name="connsiteX97" fmla="*/ 56483 w 139636"/>
                  <a:gd name="connsiteY97" fmla="*/ 128588 h 139636"/>
                  <a:gd name="connsiteX98" fmla="*/ 72961 w 139636"/>
                  <a:gd name="connsiteY98" fmla="*/ 129921 h 139636"/>
                  <a:gd name="connsiteX99" fmla="*/ 69628 w 139636"/>
                  <a:gd name="connsiteY99" fmla="*/ 129921 h 139636"/>
                  <a:gd name="connsiteX100" fmla="*/ 66294 w 139636"/>
                  <a:gd name="connsiteY100" fmla="*/ 129921 h 139636"/>
                  <a:gd name="connsiteX101" fmla="*/ 66294 w 139636"/>
                  <a:gd name="connsiteY101" fmla="*/ 104680 h 139636"/>
                  <a:gd name="connsiteX102" fmla="*/ 69628 w 139636"/>
                  <a:gd name="connsiteY102" fmla="*/ 104870 h 139636"/>
                  <a:gd name="connsiteX103" fmla="*/ 72961 w 139636"/>
                  <a:gd name="connsiteY103" fmla="*/ 104680 h 139636"/>
                  <a:gd name="connsiteX104" fmla="*/ 72961 w 139636"/>
                  <a:gd name="connsiteY104" fmla="*/ 129921 h 139636"/>
                  <a:gd name="connsiteX105" fmla="*/ 75628 w 139636"/>
                  <a:gd name="connsiteY105" fmla="*/ 94298 h 139636"/>
                  <a:gd name="connsiteX106" fmla="*/ 72961 w 139636"/>
                  <a:gd name="connsiteY106" fmla="*/ 94774 h 139636"/>
                  <a:gd name="connsiteX107" fmla="*/ 69628 w 139636"/>
                  <a:gd name="connsiteY107" fmla="*/ 94964 h 139636"/>
                  <a:gd name="connsiteX108" fmla="*/ 66294 w 139636"/>
                  <a:gd name="connsiteY108" fmla="*/ 94774 h 139636"/>
                  <a:gd name="connsiteX109" fmla="*/ 63627 w 139636"/>
                  <a:gd name="connsiteY109" fmla="*/ 94298 h 139636"/>
                  <a:gd name="connsiteX110" fmla="*/ 54292 w 139636"/>
                  <a:gd name="connsiteY110" fmla="*/ 89821 h 139636"/>
                  <a:gd name="connsiteX111" fmla="*/ 49625 w 139636"/>
                  <a:gd name="connsiteY111" fmla="*/ 85153 h 139636"/>
                  <a:gd name="connsiteX112" fmla="*/ 48101 w 139636"/>
                  <a:gd name="connsiteY112" fmla="*/ 82963 h 139636"/>
                  <a:gd name="connsiteX113" fmla="*/ 44672 w 139636"/>
                  <a:gd name="connsiteY113" fmla="*/ 73152 h 139636"/>
                  <a:gd name="connsiteX114" fmla="*/ 44482 w 139636"/>
                  <a:gd name="connsiteY114" fmla="*/ 69818 h 139636"/>
                  <a:gd name="connsiteX115" fmla="*/ 44672 w 139636"/>
                  <a:gd name="connsiteY115" fmla="*/ 66484 h 139636"/>
                  <a:gd name="connsiteX116" fmla="*/ 45148 w 139636"/>
                  <a:gd name="connsiteY116" fmla="*/ 63817 h 139636"/>
                  <a:gd name="connsiteX117" fmla="*/ 49625 w 139636"/>
                  <a:gd name="connsiteY117" fmla="*/ 54483 h 139636"/>
                  <a:gd name="connsiteX118" fmla="*/ 54292 w 139636"/>
                  <a:gd name="connsiteY118" fmla="*/ 49816 h 139636"/>
                  <a:gd name="connsiteX119" fmla="*/ 63627 w 139636"/>
                  <a:gd name="connsiteY119" fmla="*/ 45339 h 139636"/>
                  <a:gd name="connsiteX120" fmla="*/ 66294 w 139636"/>
                  <a:gd name="connsiteY120" fmla="*/ 44863 h 139636"/>
                  <a:gd name="connsiteX121" fmla="*/ 69628 w 139636"/>
                  <a:gd name="connsiteY121" fmla="*/ 44672 h 139636"/>
                  <a:gd name="connsiteX122" fmla="*/ 72961 w 139636"/>
                  <a:gd name="connsiteY122" fmla="*/ 44863 h 139636"/>
                  <a:gd name="connsiteX123" fmla="*/ 75628 w 139636"/>
                  <a:gd name="connsiteY123" fmla="*/ 45339 h 139636"/>
                  <a:gd name="connsiteX124" fmla="*/ 84963 w 139636"/>
                  <a:gd name="connsiteY124" fmla="*/ 49816 h 139636"/>
                  <a:gd name="connsiteX125" fmla="*/ 89630 w 139636"/>
                  <a:gd name="connsiteY125" fmla="*/ 54483 h 139636"/>
                  <a:gd name="connsiteX126" fmla="*/ 91154 w 139636"/>
                  <a:gd name="connsiteY126" fmla="*/ 56674 h 139636"/>
                  <a:gd name="connsiteX127" fmla="*/ 94583 w 139636"/>
                  <a:gd name="connsiteY127" fmla="*/ 66484 h 139636"/>
                  <a:gd name="connsiteX128" fmla="*/ 94774 w 139636"/>
                  <a:gd name="connsiteY128" fmla="*/ 69818 h 139636"/>
                  <a:gd name="connsiteX129" fmla="*/ 94583 w 139636"/>
                  <a:gd name="connsiteY129" fmla="*/ 73152 h 139636"/>
                  <a:gd name="connsiteX130" fmla="*/ 94107 w 139636"/>
                  <a:gd name="connsiteY130" fmla="*/ 75819 h 139636"/>
                  <a:gd name="connsiteX131" fmla="*/ 89630 w 139636"/>
                  <a:gd name="connsiteY131" fmla="*/ 85153 h 139636"/>
                  <a:gd name="connsiteX132" fmla="*/ 84963 w 139636"/>
                  <a:gd name="connsiteY132" fmla="*/ 89821 h 139636"/>
                  <a:gd name="connsiteX133" fmla="*/ 75628 w 139636"/>
                  <a:gd name="connsiteY133" fmla="*/ 94298 h 139636"/>
                  <a:gd name="connsiteX134" fmla="*/ 82772 w 139636"/>
                  <a:gd name="connsiteY134" fmla="*/ 128588 h 139636"/>
                  <a:gd name="connsiteX135" fmla="*/ 82772 w 139636"/>
                  <a:gd name="connsiteY135" fmla="*/ 102299 h 139636"/>
                  <a:gd name="connsiteX136" fmla="*/ 83344 w 139636"/>
                  <a:gd name="connsiteY136" fmla="*/ 102108 h 139636"/>
                  <a:gd name="connsiteX137" fmla="*/ 101917 w 139636"/>
                  <a:gd name="connsiteY137" fmla="*/ 120682 h 139636"/>
                  <a:gd name="connsiteX138" fmla="*/ 82772 w 139636"/>
                  <a:gd name="connsiteY138" fmla="*/ 128588 h 139636"/>
                  <a:gd name="connsiteX139" fmla="*/ 109823 w 139636"/>
                  <a:gd name="connsiteY139" fmla="*/ 114586 h 139636"/>
                  <a:gd name="connsiteX140" fmla="*/ 92011 w 139636"/>
                  <a:gd name="connsiteY140" fmla="*/ 96774 h 139636"/>
                  <a:gd name="connsiteX141" fmla="*/ 96679 w 139636"/>
                  <a:gd name="connsiteY141" fmla="*/ 92107 h 139636"/>
                  <a:gd name="connsiteX142" fmla="*/ 114490 w 139636"/>
                  <a:gd name="connsiteY142" fmla="*/ 109918 h 139636"/>
                  <a:gd name="connsiteX143" fmla="*/ 109823 w 139636"/>
                  <a:gd name="connsiteY143" fmla="*/ 114586 h 139636"/>
                  <a:gd name="connsiteX144" fmla="*/ 120491 w 139636"/>
                  <a:gd name="connsiteY144" fmla="*/ 102013 h 139636"/>
                  <a:gd name="connsiteX145" fmla="*/ 101917 w 139636"/>
                  <a:gd name="connsiteY145" fmla="*/ 83439 h 139636"/>
                  <a:gd name="connsiteX146" fmla="*/ 102108 w 139636"/>
                  <a:gd name="connsiteY146" fmla="*/ 82867 h 139636"/>
                  <a:gd name="connsiteX147" fmla="*/ 128397 w 139636"/>
                  <a:gd name="connsiteY147" fmla="*/ 82867 h 139636"/>
                  <a:gd name="connsiteX148" fmla="*/ 120491 w 139636"/>
                  <a:gd name="connsiteY148" fmla="*/ 102013 h 139636"/>
                  <a:gd name="connsiteX149" fmla="*/ 129826 w 139636"/>
                  <a:gd name="connsiteY149" fmla="*/ 73057 h 139636"/>
                  <a:gd name="connsiteX150" fmla="*/ 104584 w 139636"/>
                  <a:gd name="connsiteY150" fmla="*/ 73057 h 139636"/>
                  <a:gd name="connsiteX151" fmla="*/ 104775 w 139636"/>
                  <a:gd name="connsiteY151" fmla="*/ 69723 h 139636"/>
                  <a:gd name="connsiteX152" fmla="*/ 104584 w 139636"/>
                  <a:gd name="connsiteY152" fmla="*/ 66389 h 139636"/>
                  <a:gd name="connsiteX153" fmla="*/ 129826 w 139636"/>
                  <a:gd name="connsiteY153" fmla="*/ 66389 h 139636"/>
                  <a:gd name="connsiteX154" fmla="*/ 129826 w 139636"/>
                  <a:gd name="connsiteY154" fmla="*/ 69723 h 139636"/>
                  <a:gd name="connsiteX155" fmla="*/ 129826 w 139636"/>
                  <a:gd name="connsiteY155" fmla="*/ 73057 h 13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</a:cxnLst>
                <a:rect l="l" t="t" r="r" b="b"/>
                <a:pathLst>
                  <a:path w="139636" h="139636">
                    <a:moveTo>
                      <a:pt x="139636" y="66484"/>
                    </a:moveTo>
                    <a:cubicBezTo>
                      <a:pt x="139446" y="63151"/>
                      <a:pt x="139065" y="59912"/>
                      <a:pt x="138493" y="56674"/>
                    </a:cubicBezTo>
                    <a:cubicBezTo>
                      <a:pt x="136684" y="47149"/>
                      <a:pt x="132874" y="38195"/>
                      <a:pt x="127635" y="30480"/>
                    </a:cubicBezTo>
                    <a:cubicBezTo>
                      <a:pt x="125730" y="27718"/>
                      <a:pt x="123730" y="25146"/>
                      <a:pt x="121539" y="22765"/>
                    </a:cubicBezTo>
                    <a:cubicBezTo>
                      <a:pt x="120015" y="21145"/>
                      <a:pt x="118491" y="19526"/>
                      <a:pt x="116872" y="18097"/>
                    </a:cubicBezTo>
                    <a:cubicBezTo>
                      <a:pt x="114395" y="15907"/>
                      <a:pt x="111823" y="13811"/>
                      <a:pt x="109156" y="12002"/>
                    </a:cubicBezTo>
                    <a:cubicBezTo>
                      <a:pt x="101346" y="6667"/>
                      <a:pt x="92488" y="2953"/>
                      <a:pt x="82963" y="1143"/>
                    </a:cubicBezTo>
                    <a:cubicBezTo>
                      <a:pt x="79724" y="571"/>
                      <a:pt x="76486" y="95"/>
                      <a:pt x="73152" y="0"/>
                    </a:cubicBezTo>
                    <a:cubicBezTo>
                      <a:pt x="72009" y="0"/>
                      <a:pt x="70961" y="0"/>
                      <a:pt x="69818" y="0"/>
                    </a:cubicBezTo>
                    <a:cubicBezTo>
                      <a:pt x="68675" y="0"/>
                      <a:pt x="67627" y="0"/>
                      <a:pt x="66484" y="0"/>
                    </a:cubicBezTo>
                    <a:cubicBezTo>
                      <a:pt x="63151" y="191"/>
                      <a:pt x="59912" y="571"/>
                      <a:pt x="56674" y="1143"/>
                    </a:cubicBezTo>
                    <a:cubicBezTo>
                      <a:pt x="47149" y="2953"/>
                      <a:pt x="38195" y="6763"/>
                      <a:pt x="30480" y="12002"/>
                    </a:cubicBezTo>
                    <a:cubicBezTo>
                      <a:pt x="27718" y="13906"/>
                      <a:pt x="25146" y="15907"/>
                      <a:pt x="22765" y="18097"/>
                    </a:cubicBezTo>
                    <a:cubicBezTo>
                      <a:pt x="21145" y="19621"/>
                      <a:pt x="19526" y="21145"/>
                      <a:pt x="18097" y="22765"/>
                    </a:cubicBezTo>
                    <a:cubicBezTo>
                      <a:pt x="15907" y="25241"/>
                      <a:pt x="13811" y="27813"/>
                      <a:pt x="12001" y="30480"/>
                    </a:cubicBezTo>
                    <a:cubicBezTo>
                      <a:pt x="6667" y="38291"/>
                      <a:pt x="2953" y="47149"/>
                      <a:pt x="1143" y="56674"/>
                    </a:cubicBezTo>
                    <a:cubicBezTo>
                      <a:pt x="571" y="59912"/>
                      <a:pt x="95" y="63151"/>
                      <a:pt x="0" y="66484"/>
                    </a:cubicBezTo>
                    <a:cubicBezTo>
                      <a:pt x="0" y="67628"/>
                      <a:pt x="0" y="68675"/>
                      <a:pt x="0" y="69818"/>
                    </a:cubicBezTo>
                    <a:cubicBezTo>
                      <a:pt x="0" y="70961"/>
                      <a:pt x="0" y="72009"/>
                      <a:pt x="0" y="73152"/>
                    </a:cubicBezTo>
                    <a:cubicBezTo>
                      <a:pt x="190" y="76486"/>
                      <a:pt x="571" y="79724"/>
                      <a:pt x="1143" y="82963"/>
                    </a:cubicBezTo>
                    <a:cubicBezTo>
                      <a:pt x="2953" y="92488"/>
                      <a:pt x="6763" y="101441"/>
                      <a:pt x="12001" y="109156"/>
                    </a:cubicBezTo>
                    <a:cubicBezTo>
                      <a:pt x="13906" y="111919"/>
                      <a:pt x="15907" y="114491"/>
                      <a:pt x="18097" y="116872"/>
                    </a:cubicBezTo>
                    <a:cubicBezTo>
                      <a:pt x="19621" y="118491"/>
                      <a:pt x="21145" y="120110"/>
                      <a:pt x="22765" y="121539"/>
                    </a:cubicBezTo>
                    <a:cubicBezTo>
                      <a:pt x="25241" y="123730"/>
                      <a:pt x="27813" y="125825"/>
                      <a:pt x="30480" y="127635"/>
                    </a:cubicBezTo>
                    <a:cubicBezTo>
                      <a:pt x="38290" y="132969"/>
                      <a:pt x="47149" y="136684"/>
                      <a:pt x="56674" y="138493"/>
                    </a:cubicBezTo>
                    <a:cubicBezTo>
                      <a:pt x="59912" y="139065"/>
                      <a:pt x="63151" y="139541"/>
                      <a:pt x="66484" y="139637"/>
                    </a:cubicBezTo>
                    <a:cubicBezTo>
                      <a:pt x="67627" y="139637"/>
                      <a:pt x="68675" y="139637"/>
                      <a:pt x="69818" y="139637"/>
                    </a:cubicBezTo>
                    <a:cubicBezTo>
                      <a:pt x="70961" y="139637"/>
                      <a:pt x="72009" y="139637"/>
                      <a:pt x="73152" y="139637"/>
                    </a:cubicBezTo>
                    <a:cubicBezTo>
                      <a:pt x="76486" y="139446"/>
                      <a:pt x="79724" y="139065"/>
                      <a:pt x="82963" y="138493"/>
                    </a:cubicBezTo>
                    <a:cubicBezTo>
                      <a:pt x="92488" y="136684"/>
                      <a:pt x="101441" y="132874"/>
                      <a:pt x="109156" y="127635"/>
                    </a:cubicBezTo>
                    <a:cubicBezTo>
                      <a:pt x="111919" y="125730"/>
                      <a:pt x="114490" y="123730"/>
                      <a:pt x="116872" y="121539"/>
                    </a:cubicBezTo>
                    <a:cubicBezTo>
                      <a:pt x="118491" y="120015"/>
                      <a:pt x="120110" y="118491"/>
                      <a:pt x="121539" y="116872"/>
                    </a:cubicBezTo>
                    <a:cubicBezTo>
                      <a:pt x="123730" y="114395"/>
                      <a:pt x="125825" y="111824"/>
                      <a:pt x="127635" y="109156"/>
                    </a:cubicBezTo>
                    <a:cubicBezTo>
                      <a:pt x="132969" y="101346"/>
                      <a:pt x="136684" y="92488"/>
                      <a:pt x="138493" y="82963"/>
                    </a:cubicBezTo>
                    <a:cubicBezTo>
                      <a:pt x="139065" y="79724"/>
                      <a:pt x="139541" y="76486"/>
                      <a:pt x="139636" y="73152"/>
                    </a:cubicBezTo>
                    <a:cubicBezTo>
                      <a:pt x="139636" y="72009"/>
                      <a:pt x="139636" y="70961"/>
                      <a:pt x="139636" y="69818"/>
                    </a:cubicBezTo>
                    <a:cubicBezTo>
                      <a:pt x="139636" y="68675"/>
                      <a:pt x="139636" y="67628"/>
                      <a:pt x="139636" y="66484"/>
                    </a:cubicBezTo>
                    <a:close/>
                    <a:moveTo>
                      <a:pt x="120491" y="37528"/>
                    </a:moveTo>
                    <a:cubicBezTo>
                      <a:pt x="124206" y="43339"/>
                      <a:pt x="126873" y="49816"/>
                      <a:pt x="128397" y="56674"/>
                    </a:cubicBezTo>
                    <a:lnTo>
                      <a:pt x="102108" y="56674"/>
                    </a:lnTo>
                    <a:cubicBezTo>
                      <a:pt x="102108" y="56674"/>
                      <a:pt x="101917" y="56293"/>
                      <a:pt x="101917" y="56102"/>
                    </a:cubicBezTo>
                    <a:lnTo>
                      <a:pt x="120491" y="37528"/>
                    </a:lnTo>
                    <a:close/>
                    <a:moveTo>
                      <a:pt x="109823" y="24955"/>
                    </a:moveTo>
                    <a:cubicBezTo>
                      <a:pt x="111442" y="26479"/>
                      <a:pt x="113062" y="28003"/>
                      <a:pt x="114490" y="29623"/>
                    </a:cubicBezTo>
                    <a:lnTo>
                      <a:pt x="96679" y="47434"/>
                    </a:lnTo>
                    <a:cubicBezTo>
                      <a:pt x="95250" y="45720"/>
                      <a:pt x="93726" y="44196"/>
                      <a:pt x="92011" y="42767"/>
                    </a:cubicBezTo>
                    <a:lnTo>
                      <a:pt x="109823" y="24955"/>
                    </a:lnTo>
                    <a:close/>
                    <a:moveTo>
                      <a:pt x="82772" y="10954"/>
                    </a:moveTo>
                    <a:cubicBezTo>
                      <a:pt x="89630" y="12478"/>
                      <a:pt x="96107" y="15240"/>
                      <a:pt x="101917" y="18859"/>
                    </a:cubicBezTo>
                    <a:lnTo>
                      <a:pt x="83344" y="37433"/>
                    </a:lnTo>
                    <a:cubicBezTo>
                      <a:pt x="83344" y="37433"/>
                      <a:pt x="82963" y="37243"/>
                      <a:pt x="82772" y="37243"/>
                    </a:cubicBezTo>
                    <a:lnTo>
                      <a:pt x="82772" y="10954"/>
                    </a:lnTo>
                    <a:lnTo>
                      <a:pt x="82772" y="10954"/>
                    </a:lnTo>
                    <a:close/>
                    <a:moveTo>
                      <a:pt x="66294" y="9620"/>
                    </a:moveTo>
                    <a:cubicBezTo>
                      <a:pt x="67437" y="9620"/>
                      <a:pt x="68485" y="9620"/>
                      <a:pt x="69628" y="9620"/>
                    </a:cubicBezTo>
                    <a:cubicBezTo>
                      <a:pt x="70771" y="9620"/>
                      <a:pt x="71818" y="9620"/>
                      <a:pt x="72961" y="9620"/>
                    </a:cubicBezTo>
                    <a:lnTo>
                      <a:pt x="72961" y="34862"/>
                    </a:lnTo>
                    <a:cubicBezTo>
                      <a:pt x="71914" y="34766"/>
                      <a:pt x="70771" y="34671"/>
                      <a:pt x="69628" y="34671"/>
                    </a:cubicBezTo>
                    <a:cubicBezTo>
                      <a:pt x="68485" y="34671"/>
                      <a:pt x="67437" y="34671"/>
                      <a:pt x="66294" y="34862"/>
                    </a:cubicBezTo>
                    <a:lnTo>
                      <a:pt x="66294" y="9620"/>
                    </a:lnTo>
                    <a:close/>
                    <a:moveTo>
                      <a:pt x="56483" y="10954"/>
                    </a:moveTo>
                    <a:lnTo>
                      <a:pt x="56483" y="37243"/>
                    </a:lnTo>
                    <a:cubicBezTo>
                      <a:pt x="56483" y="37243"/>
                      <a:pt x="56102" y="37433"/>
                      <a:pt x="55912" y="37433"/>
                    </a:cubicBezTo>
                    <a:lnTo>
                      <a:pt x="37338" y="18859"/>
                    </a:lnTo>
                    <a:cubicBezTo>
                      <a:pt x="43148" y="15145"/>
                      <a:pt x="49625" y="12478"/>
                      <a:pt x="56483" y="10954"/>
                    </a:cubicBezTo>
                    <a:close/>
                    <a:moveTo>
                      <a:pt x="29527" y="24955"/>
                    </a:moveTo>
                    <a:lnTo>
                      <a:pt x="47339" y="42767"/>
                    </a:lnTo>
                    <a:cubicBezTo>
                      <a:pt x="45625" y="44196"/>
                      <a:pt x="44101" y="45720"/>
                      <a:pt x="42672" y="47434"/>
                    </a:cubicBezTo>
                    <a:lnTo>
                      <a:pt x="24860" y="29623"/>
                    </a:lnTo>
                    <a:cubicBezTo>
                      <a:pt x="26384" y="28003"/>
                      <a:pt x="27908" y="26384"/>
                      <a:pt x="29527" y="24955"/>
                    </a:cubicBezTo>
                    <a:close/>
                    <a:moveTo>
                      <a:pt x="18859" y="37528"/>
                    </a:moveTo>
                    <a:lnTo>
                      <a:pt x="37433" y="56102"/>
                    </a:lnTo>
                    <a:cubicBezTo>
                      <a:pt x="37433" y="56102"/>
                      <a:pt x="37243" y="56483"/>
                      <a:pt x="37243" y="56674"/>
                    </a:cubicBezTo>
                    <a:lnTo>
                      <a:pt x="10954" y="56674"/>
                    </a:lnTo>
                    <a:cubicBezTo>
                      <a:pt x="12478" y="49816"/>
                      <a:pt x="15240" y="43339"/>
                      <a:pt x="18859" y="37528"/>
                    </a:cubicBezTo>
                    <a:close/>
                    <a:moveTo>
                      <a:pt x="9430" y="69818"/>
                    </a:moveTo>
                    <a:cubicBezTo>
                      <a:pt x="9430" y="68675"/>
                      <a:pt x="9430" y="67628"/>
                      <a:pt x="9430" y="66484"/>
                    </a:cubicBezTo>
                    <a:lnTo>
                      <a:pt x="34671" y="66484"/>
                    </a:lnTo>
                    <a:cubicBezTo>
                      <a:pt x="34576" y="67532"/>
                      <a:pt x="34480" y="68675"/>
                      <a:pt x="34480" y="69818"/>
                    </a:cubicBezTo>
                    <a:cubicBezTo>
                      <a:pt x="34480" y="70961"/>
                      <a:pt x="34480" y="72009"/>
                      <a:pt x="34671" y="73152"/>
                    </a:cubicBezTo>
                    <a:lnTo>
                      <a:pt x="9430" y="73152"/>
                    </a:lnTo>
                    <a:cubicBezTo>
                      <a:pt x="9430" y="72009"/>
                      <a:pt x="9430" y="70961"/>
                      <a:pt x="9430" y="69818"/>
                    </a:cubicBezTo>
                    <a:close/>
                    <a:moveTo>
                      <a:pt x="18859" y="102013"/>
                    </a:moveTo>
                    <a:cubicBezTo>
                      <a:pt x="15145" y="96203"/>
                      <a:pt x="12478" y="89726"/>
                      <a:pt x="10954" y="82867"/>
                    </a:cubicBezTo>
                    <a:lnTo>
                      <a:pt x="37243" y="82867"/>
                    </a:lnTo>
                    <a:cubicBezTo>
                      <a:pt x="37243" y="82867"/>
                      <a:pt x="37433" y="83249"/>
                      <a:pt x="37433" y="83439"/>
                    </a:cubicBezTo>
                    <a:lnTo>
                      <a:pt x="18859" y="102013"/>
                    </a:lnTo>
                    <a:close/>
                    <a:moveTo>
                      <a:pt x="29527" y="114586"/>
                    </a:moveTo>
                    <a:cubicBezTo>
                      <a:pt x="27908" y="113062"/>
                      <a:pt x="26289" y="111538"/>
                      <a:pt x="24860" y="109918"/>
                    </a:cubicBezTo>
                    <a:lnTo>
                      <a:pt x="42672" y="92107"/>
                    </a:lnTo>
                    <a:cubicBezTo>
                      <a:pt x="44101" y="93821"/>
                      <a:pt x="45625" y="95345"/>
                      <a:pt x="47339" y="96774"/>
                    </a:cubicBezTo>
                    <a:lnTo>
                      <a:pt x="29527" y="114586"/>
                    </a:lnTo>
                    <a:close/>
                    <a:moveTo>
                      <a:pt x="56483" y="128588"/>
                    </a:moveTo>
                    <a:cubicBezTo>
                      <a:pt x="49625" y="127064"/>
                      <a:pt x="43148" y="124301"/>
                      <a:pt x="37338" y="120682"/>
                    </a:cubicBezTo>
                    <a:lnTo>
                      <a:pt x="55912" y="102108"/>
                    </a:lnTo>
                    <a:cubicBezTo>
                      <a:pt x="55912" y="102108"/>
                      <a:pt x="56293" y="102299"/>
                      <a:pt x="56483" y="102299"/>
                    </a:cubicBezTo>
                    <a:lnTo>
                      <a:pt x="56483" y="128588"/>
                    </a:lnTo>
                    <a:lnTo>
                      <a:pt x="56483" y="128588"/>
                    </a:lnTo>
                    <a:close/>
                    <a:moveTo>
                      <a:pt x="72961" y="129921"/>
                    </a:moveTo>
                    <a:cubicBezTo>
                      <a:pt x="71818" y="129921"/>
                      <a:pt x="70771" y="129921"/>
                      <a:pt x="69628" y="129921"/>
                    </a:cubicBezTo>
                    <a:cubicBezTo>
                      <a:pt x="68485" y="129921"/>
                      <a:pt x="67437" y="129921"/>
                      <a:pt x="66294" y="129921"/>
                    </a:cubicBezTo>
                    <a:lnTo>
                      <a:pt x="66294" y="104680"/>
                    </a:lnTo>
                    <a:cubicBezTo>
                      <a:pt x="67342" y="104775"/>
                      <a:pt x="68485" y="104870"/>
                      <a:pt x="69628" y="104870"/>
                    </a:cubicBezTo>
                    <a:cubicBezTo>
                      <a:pt x="70771" y="104870"/>
                      <a:pt x="71818" y="104870"/>
                      <a:pt x="72961" y="104680"/>
                    </a:cubicBezTo>
                    <a:lnTo>
                      <a:pt x="72961" y="129921"/>
                    </a:lnTo>
                    <a:close/>
                    <a:moveTo>
                      <a:pt x="75628" y="94298"/>
                    </a:moveTo>
                    <a:cubicBezTo>
                      <a:pt x="74771" y="94488"/>
                      <a:pt x="73914" y="94678"/>
                      <a:pt x="72961" y="94774"/>
                    </a:cubicBezTo>
                    <a:cubicBezTo>
                      <a:pt x="71914" y="94964"/>
                      <a:pt x="70771" y="94964"/>
                      <a:pt x="69628" y="94964"/>
                    </a:cubicBezTo>
                    <a:cubicBezTo>
                      <a:pt x="68485" y="94964"/>
                      <a:pt x="67437" y="94964"/>
                      <a:pt x="66294" y="94774"/>
                    </a:cubicBezTo>
                    <a:cubicBezTo>
                      <a:pt x="65437" y="94678"/>
                      <a:pt x="64484" y="94488"/>
                      <a:pt x="63627" y="94298"/>
                    </a:cubicBezTo>
                    <a:cubicBezTo>
                      <a:pt x="60198" y="93440"/>
                      <a:pt x="56959" y="91916"/>
                      <a:pt x="54292" y="89821"/>
                    </a:cubicBezTo>
                    <a:cubicBezTo>
                      <a:pt x="52483" y="88487"/>
                      <a:pt x="50959" y="86868"/>
                      <a:pt x="49625" y="85153"/>
                    </a:cubicBezTo>
                    <a:cubicBezTo>
                      <a:pt x="49054" y="84487"/>
                      <a:pt x="48577" y="83725"/>
                      <a:pt x="48101" y="82963"/>
                    </a:cubicBezTo>
                    <a:cubicBezTo>
                      <a:pt x="46292" y="80010"/>
                      <a:pt x="45148" y="76676"/>
                      <a:pt x="44672" y="73152"/>
                    </a:cubicBezTo>
                    <a:cubicBezTo>
                      <a:pt x="44482" y="72104"/>
                      <a:pt x="44482" y="70961"/>
                      <a:pt x="44482" y="69818"/>
                    </a:cubicBezTo>
                    <a:cubicBezTo>
                      <a:pt x="44482" y="68675"/>
                      <a:pt x="44482" y="67628"/>
                      <a:pt x="44672" y="66484"/>
                    </a:cubicBezTo>
                    <a:cubicBezTo>
                      <a:pt x="44767" y="65627"/>
                      <a:pt x="44958" y="64675"/>
                      <a:pt x="45148" y="63817"/>
                    </a:cubicBezTo>
                    <a:cubicBezTo>
                      <a:pt x="46006" y="60389"/>
                      <a:pt x="47530" y="57150"/>
                      <a:pt x="49625" y="54483"/>
                    </a:cubicBezTo>
                    <a:cubicBezTo>
                      <a:pt x="50959" y="52673"/>
                      <a:pt x="52578" y="51149"/>
                      <a:pt x="54292" y="49816"/>
                    </a:cubicBezTo>
                    <a:cubicBezTo>
                      <a:pt x="57055" y="47720"/>
                      <a:pt x="60198" y="46196"/>
                      <a:pt x="63627" y="45339"/>
                    </a:cubicBezTo>
                    <a:cubicBezTo>
                      <a:pt x="64484" y="45148"/>
                      <a:pt x="65342" y="44958"/>
                      <a:pt x="66294" y="44863"/>
                    </a:cubicBezTo>
                    <a:cubicBezTo>
                      <a:pt x="67342" y="44672"/>
                      <a:pt x="68485" y="44672"/>
                      <a:pt x="69628" y="44672"/>
                    </a:cubicBezTo>
                    <a:cubicBezTo>
                      <a:pt x="70771" y="44672"/>
                      <a:pt x="71818" y="44672"/>
                      <a:pt x="72961" y="44863"/>
                    </a:cubicBezTo>
                    <a:cubicBezTo>
                      <a:pt x="73819" y="44958"/>
                      <a:pt x="74771" y="45148"/>
                      <a:pt x="75628" y="45339"/>
                    </a:cubicBezTo>
                    <a:cubicBezTo>
                      <a:pt x="79057" y="46196"/>
                      <a:pt x="82296" y="47720"/>
                      <a:pt x="84963" y="49816"/>
                    </a:cubicBezTo>
                    <a:cubicBezTo>
                      <a:pt x="86773" y="51149"/>
                      <a:pt x="88297" y="52768"/>
                      <a:pt x="89630" y="54483"/>
                    </a:cubicBezTo>
                    <a:cubicBezTo>
                      <a:pt x="90202" y="55150"/>
                      <a:pt x="90678" y="55912"/>
                      <a:pt x="91154" y="56674"/>
                    </a:cubicBezTo>
                    <a:cubicBezTo>
                      <a:pt x="92964" y="59627"/>
                      <a:pt x="94107" y="62960"/>
                      <a:pt x="94583" y="66484"/>
                    </a:cubicBezTo>
                    <a:cubicBezTo>
                      <a:pt x="94774" y="67532"/>
                      <a:pt x="94774" y="68675"/>
                      <a:pt x="94774" y="69818"/>
                    </a:cubicBezTo>
                    <a:cubicBezTo>
                      <a:pt x="94774" y="70961"/>
                      <a:pt x="94774" y="72009"/>
                      <a:pt x="94583" y="73152"/>
                    </a:cubicBezTo>
                    <a:cubicBezTo>
                      <a:pt x="94488" y="74009"/>
                      <a:pt x="94297" y="74962"/>
                      <a:pt x="94107" y="75819"/>
                    </a:cubicBezTo>
                    <a:cubicBezTo>
                      <a:pt x="93250" y="79248"/>
                      <a:pt x="91726" y="82487"/>
                      <a:pt x="89630" y="85153"/>
                    </a:cubicBezTo>
                    <a:cubicBezTo>
                      <a:pt x="88297" y="86963"/>
                      <a:pt x="86677" y="88487"/>
                      <a:pt x="84963" y="89821"/>
                    </a:cubicBezTo>
                    <a:cubicBezTo>
                      <a:pt x="82201" y="91916"/>
                      <a:pt x="79057" y="93440"/>
                      <a:pt x="75628" y="94298"/>
                    </a:cubicBezTo>
                    <a:close/>
                    <a:moveTo>
                      <a:pt x="82772" y="128588"/>
                    </a:moveTo>
                    <a:lnTo>
                      <a:pt x="82772" y="102299"/>
                    </a:lnTo>
                    <a:cubicBezTo>
                      <a:pt x="82772" y="102299"/>
                      <a:pt x="83153" y="102108"/>
                      <a:pt x="83344" y="102108"/>
                    </a:cubicBezTo>
                    <a:lnTo>
                      <a:pt x="101917" y="120682"/>
                    </a:lnTo>
                    <a:cubicBezTo>
                      <a:pt x="96107" y="124396"/>
                      <a:pt x="89630" y="127064"/>
                      <a:pt x="82772" y="128588"/>
                    </a:cubicBezTo>
                    <a:close/>
                    <a:moveTo>
                      <a:pt x="109823" y="114586"/>
                    </a:moveTo>
                    <a:lnTo>
                      <a:pt x="92011" y="96774"/>
                    </a:lnTo>
                    <a:cubicBezTo>
                      <a:pt x="93726" y="95345"/>
                      <a:pt x="95250" y="93821"/>
                      <a:pt x="96679" y="92107"/>
                    </a:cubicBezTo>
                    <a:lnTo>
                      <a:pt x="114490" y="109918"/>
                    </a:lnTo>
                    <a:cubicBezTo>
                      <a:pt x="112967" y="111538"/>
                      <a:pt x="111442" y="113157"/>
                      <a:pt x="109823" y="114586"/>
                    </a:cubicBezTo>
                    <a:close/>
                    <a:moveTo>
                      <a:pt x="120491" y="102013"/>
                    </a:moveTo>
                    <a:lnTo>
                      <a:pt x="101917" y="83439"/>
                    </a:lnTo>
                    <a:cubicBezTo>
                      <a:pt x="101917" y="83439"/>
                      <a:pt x="102108" y="83058"/>
                      <a:pt x="102108" y="82867"/>
                    </a:cubicBezTo>
                    <a:lnTo>
                      <a:pt x="128397" y="82867"/>
                    </a:lnTo>
                    <a:cubicBezTo>
                      <a:pt x="126873" y="89726"/>
                      <a:pt x="124111" y="96203"/>
                      <a:pt x="120491" y="102013"/>
                    </a:cubicBezTo>
                    <a:close/>
                    <a:moveTo>
                      <a:pt x="129826" y="73057"/>
                    </a:moveTo>
                    <a:lnTo>
                      <a:pt x="104584" y="73057"/>
                    </a:lnTo>
                    <a:cubicBezTo>
                      <a:pt x="104680" y="72009"/>
                      <a:pt x="104775" y="70866"/>
                      <a:pt x="104775" y="69723"/>
                    </a:cubicBezTo>
                    <a:cubicBezTo>
                      <a:pt x="104775" y="68580"/>
                      <a:pt x="104775" y="67532"/>
                      <a:pt x="104584" y="66389"/>
                    </a:cubicBezTo>
                    <a:lnTo>
                      <a:pt x="129826" y="66389"/>
                    </a:lnTo>
                    <a:cubicBezTo>
                      <a:pt x="129826" y="67532"/>
                      <a:pt x="129826" y="68580"/>
                      <a:pt x="129826" y="69723"/>
                    </a:cubicBezTo>
                    <a:cubicBezTo>
                      <a:pt x="129826" y="70866"/>
                      <a:pt x="129826" y="71914"/>
                      <a:pt x="129826" y="730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F7A017BB-FC2C-B969-9762-2956DB78CF2B}"/>
                  </a:ext>
                </a:extLst>
              </p:cNvPr>
              <p:cNvSpPr/>
              <p:nvPr/>
            </p:nvSpPr>
            <p:spPr>
              <a:xfrm>
                <a:off x="1880673" y="1312672"/>
                <a:ext cx="10001" cy="9715"/>
              </a:xfrm>
              <a:custGeom>
                <a:avLst/>
                <a:gdLst>
                  <a:gd name="connsiteX0" fmla="*/ 5144 w 10001"/>
                  <a:gd name="connsiteY0" fmla="*/ 0 h 9715"/>
                  <a:gd name="connsiteX1" fmla="*/ 4858 w 10001"/>
                  <a:gd name="connsiteY1" fmla="*/ 0 h 9715"/>
                  <a:gd name="connsiteX2" fmla="*/ 0 w 10001"/>
                  <a:gd name="connsiteY2" fmla="*/ 4858 h 9715"/>
                  <a:gd name="connsiteX3" fmla="*/ 4858 w 10001"/>
                  <a:gd name="connsiteY3" fmla="*/ 9716 h 9715"/>
                  <a:gd name="connsiteX4" fmla="*/ 5144 w 10001"/>
                  <a:gd name="connsiteY4" fmla="*/ 9716 h 9715"/>
                  <a:gd name="connsiteX5" fmla="*/ 10001 w 10001"/>
                  <a:gd name="connsiteY5" fmla="*/ 4858 h 9715"/>
                  <a:gd name="connsiteX6" fmla="*/ 5144 w 10001"/>
                  <a:gd name="connsiteY6" fmla="*/ 0 h 9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1" h="9715">
                    <a:moveTo>
                      <a:pt x="5144" y="0"/>
                    </a:moveTo>
                    <a:lnTo>
                      <a:pt x="4858" y="0"/>
                    </a:lnTo>
                    <a:cubicBezTo>
                      <a:pt x="2191" y="0"/>
                      <a:pt x="0" y="2191"/>
                      <a:pt x="0" y="4858"/>
                    </a:cubicBezTo>
                    <a:cubicBezTo>
                      <a:pt x="0" y="7525"/>
                      <a:pt x="2191" y="9716"/>
                      <a:pt x="4858" y="9716"/>
                    </a:cubicBezTo>
                    <a:lnTo>
                      <a:pt x="5144" y="9716"/>
                    </a:lnTo>
                    <a:cubicBezTo>
                      <a:pt x="7811" y="9716"/>
                      <a:pt x="10001" y="7525"/>
                      <a:pt x="10001" y="4858"/>
                    </a:cubicBezTo>
                    <a:cubicBezTo>
                      <a:pt x="10001" y="2191"/>
                      <a:pt x="7811" y="0"/>
                      <a:pt x="51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0000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69AA556-55A9-97B4-DE80-BC1E8A5EAF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0" name="타원 299">
            <a:extLst>
              <a:ext uri="{FF2B5EF4-FFF2-40B4-BE49-F238E27FC236}">
                <a16:creationId xmlns:a16="http://schemas.microsoft.com/office/drawing/2014/main" id="{A6AB3F85-84C6-FD5B-7002-C98EABAB0974}"/>
              </a:ext>
            </a:extLst>
          </p:cNvPr>
          <p:cNvSpPr/>
          <p:nvPr userDrawn="1"/>
        </p:nvSpPr>
        <p:spPr>
          <a:xfrm>
            <a:off x="8368367" y="371789"/>
            <a:ext cx="235656" cy="235656"/>
          </a:xfrm>
          <a:prstGeom prst="ellipse">
            <a:avLst/>
          </a:prstGeom>
          <a:solidFill>
            <a:schemeClr val="bg1">
              <a:alpha val="4981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388A7FC6-04EA-13FE-E251-A7E260ABEACA}"/>
              </a:ext>
            </a:extLst>
          </p:cNvPr>
          <p:cNvSpPr/>
          <p:nvPr userDrawn="1"/>
        </p:nvSpPr>
        <p:spPr>
          <a:xfrm>
            <a:off x="8399284" y="402707"/>
            <a:ext cx="173824" cy="1738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0E76E42D-5D31-F548-510C-B4B7FCA24BA9}"/>
              </a:ext>
            </a:extLst>
          </p:cNvPr>
          <p:cNvSpPr/>
          <p:nvPr userDrawn="1"/>
        </p:nvSpPr>
        <p:spPr>
          <a:xfrm>
            <a:off x="8366422" y="372282"/>
            <a:ext cx="242761" cy="234669"/>
          </a:xfrm>
          <a:prstGeom prst="rect">
            <a:avLst/>
          </a:prstGeom>
        </p:spPr>
        <p:txBody>
          <a:bodyPr wrap="none" anchor="ctr"/>
          <a:lstStyle/>
          <a:p>
            <a:pPr lvl="0" algn="ctr"/>
            <a:fld id="{FA21AF20-F26F-4230-AC8C-09CF61D5EF59}" type="slidenum">
              <a:rPr lang="ko-KR" altLang="en-US" sz="700" b="1" i="0" noProof="0" smtClean="0">
                <a:solidFill>
                  <a:srgbClr val="094E81"/>
                </a:solidFill>
                <a:latin typeface="S-Core Dream 7 ExtraBold" panose="020B0503030302020204" pitchFamily="34" charset="-127"/>
                <a:ea typeface="S-Core Dream 7 ExtraBold" panose="020B0503030302020204" pitchFamily="34" charset="-127"/>
              </a:rPr>
              <a:pPr lvl="0" algn="ctr"/>
              <a:t>‹#›</a:t>
            </a:fld>
            <a:endParaRPr lang="ko-KR" altLang="en-US" sz="700" b="1" i="0" dirty="0">
              <a:solidFill>
                <a:srgbClr val="094E81"/>
              </a:solidFill>
              <a:latin typeface="S-Core Dream 7 ExtraBold" panose="020B0503030302020204" pitchFamily="34" charset="-127"/>
              <a:ea typeface="S-Core Dream 7 ExtraBold" panose="020B0503030302020204" pitchFamily="34" charset="-127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77801D6-7B52-AE13-0DEF-77BD27E5E7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FC5823F4-7A95-590D-137B-FEC2572287FA}"/>
              </a:ext>
            </a:extLst>
          </p:cNvPr>
          <p:cNvSpPr/>
          <p:nvPr userDrawn="1"/>
        </p:nvSpPr>
        <p:spPr>
          <a:xfrm>
            <a:off x="395536" y="368660"/>
            <a:ext cx="8352928" cy="5580620"/>
          </a:xfrm>
          <a:prstGeom prst="roundRect">
            <a:avLst>
              <a:gd name="adj" fmla="val 4455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에스코어 드림 4 Regular" panose="020B0503030302020204" pitchFamily="50" charset="-127"/>
              <a:ea typeface="에스코어 드림 4 Regular" panose="020B0503030302020204" pitchFamily="50" charset="-127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5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92623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에스코어 드림 4 Regular" panose="020B0503030302020204" pitchFamily="50" charset="-127"/>
                <a:ea typeface="에스코어 드림 4 Regular" panose="020B05030303020202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에스코어 드림 4 Regular" panose="020B0503030302020204" pitchFamily="50" charset="-127"/>
                <a:ea typeface="에스코어 드림 4 Regular" panose="020B05030303020202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15617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에스코어 드림 4 Regular" panose="020B0503030302020204" pitchFamily="50" charset="-127"/>
                <a:ea typeface="에스코어 드림 4 Regular" panose="020B0503030302020204" pitchFamily="50" charset="-127"/>
              </a:defRPr>
            </a:lvl1pPr>
          </a:lstStyle>
          <a:p>
            <a:pPr>
              <a:defRPr/>
            </a:pPr>
            <a:fld id="{272DF248-CDA6-417A-802D-7558FFAD342B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6" r:id="rId2"/>
    <p:sldLayoutId id="2147483707" r:id="rId3"/>
    <p:sldLayoutId id="2147483698" r:id="rId4"/>
    <p:sldLayoutId id="2147483697" r:id="rId5"/>
    <p:sldLayoutId id="2147483702" r:id="rId6"/>
    <p:sldLayoutId id="2147483703" r:id="rId7"/>
    <p:sldLayoutId id="2147483705" r:id="rId8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에스코어 드림 4 Regular" panose="020B0503030302020204" pitchFamily="50" charset="-127"/>
          <a:ea typeface="에스코어 드림 4 Regular" panose="020B0503030302020204" pitchFamily="50" charset="-127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에스코어 드림 4 Regular" panose="020B0503030302020204" pitchFamily="50" charset="-127"/>
          <a:ea typeface="에스코어 드림 4 Regular" panose="020B0503030302020204" pitchFamily="50" charset="-127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에스코어 드림 4 Regular" panose="020B0503030302020204" pitchFamily="50" charset="-127"/>
          <a:ea typeface="에스코어 드림 4 Regular" panose="020B0503030302020204" pitchFamily="50" charset="-127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에스코어 드림 4 Regular" panose="020B0503030302020204" pitchFamily="50" charset="-127"/>
          <a:ea typeface="에스코어 드림 4 Regular" panose="020B0503030302020204" pitchFamily="50" charset="-127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에스코어 드림 4 Regular" panose="020B0503030302020204" pitchFamily="50" charset="-127"/>
          <a:ea typeface="에스코어 드림 4 Regular" panose="020B0503030302020204" pitchFamily="50" charset="-127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에스코어 드림 4 Regular" panose="020B0503030302020204" pitchFamily="50" charset="-127"/>
          <a:ea typeface="에스코어 드림 4 Regular" panose="020B05030303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CBA89A7-14AB-494A-9C97-E6481B11E120}"/>
              </a:ext>
            </a:extLst>
          </p:cNvPr>
          <p:cNvGrpSpPr/>
          <p:nvPr/>
        </p:nvGrpSpPr>
        <p:grpSpPr>
          <a:xfrm>
            <a:off x="540544" y="1037818"/>
            <a:ext cx="8062912" cy="569704"/>
            <a:chOff x="541338" y="1033259"/>
            <a:chExt cx="8062912" cy="569704"/>
          </a:xfrm>
        </p:grpSpPr>
        <p:sp>
          <p:nvSpPr>
            <p:cNvPr id="3" name="모서리가 둥근 직사각형 111">
              <a:extLst>
                <a:ext uri="{FF2B5EF4-FFF2-40B4-BE49-F238E27FC236}">
                  <a16:creationId xmlns:a16="http://schemas.microsoft.com/office/drawing/2014/main" id="{E34472E2-2548-438F-A391-851318D28C49}"/>
                </a:ext>
              </a:extLst>
            </p:cNvPr>
            <p:cNvSpPr/>
            <p:nvPr/>
          </p:nvSpPr>
          <p:spPr>
            <a:xfrm>
              <a:off x="541338" y="1033259"/>
              <a:ext cx="8062912" cy="56970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모서리가 둥근 직사각형 112">
              <a:extLst>
                <a:ext uri="{FF2B5EF4-FFF2-40B4-BE49-F238E27FC236}">
                  <a16:creationId xmlns:a16="http://schemas.microsoft.com/office/drawing/2014/main" id="{87F80648-ED6B-4BE1-8E7E-55EFB7B86FC8}"/>
                </a:ext>
              </a:extLst>
            </p:cNvPr>
            <p:cNvSpPr/>
            <p:nvPr/>
          </p:nvSpPr>
          <p:spPr>
            <a:xfrm>
              <a:off x="627756" y="1106116"/>
              <a:ext cx="7890077" cy="42399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gradFill>
                  <a:gsLst>
                    <a:gs pos="0">
                      <a:srgbClr val="2C4F95"/>
                    </a:gs>
                    <a:gs pos="100000">
                      <a:srgbClr val="2C4F95"/>
                    </a:gs>
                  </a:gsLst>
                  <a:lin ang="0" scaled="0"/>
                </a:gra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9ED80D-F9BE-41E1-A6A8-275A050F38EE}"/>
                </a:ext>
              </a:extLst>
            </p:cNvPr>
            <p:cNvSpPr txBox="1"/>
            <p:nvPr/>
          </p:nvSpPr>
          <p:spPr>
            <a:xfrm>
              <a:off x="629344" y="1171918"/>
              <a:ext cx="7886900" cy="2923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fontAlgn="base" latinLnBrk="0"/>
              <a:r>
                <a:rPr lang="ko-KR" altLang="en-US" sz="1900" b="1" spc="-50" dirty="0">
                  <a:solidFill>
                    <a:srgbClr val="2A3853"/>
                  </a:solidFill>
                  <a:latin typeface="S-Core Dream 8 Heavy" panose="020B0503030302020204" pitchFamily="34" charset="-127"/>
                  <a:ea typeface="S-Core Dream 8 Heavy" panose="020B0503030302020204" pitchFamily="34" charset="-127"/>
                </a:rPr>
                <a:t>사용자 화면 설계 </a:t>
              </a:r>
              <a:r>
                <a:rPr lang="en-US" altLang="ko-KR" sz="1900" b="1" spc="-50" dirty="0">
                  <a:solidFill>
                    <a:srgbClr val="2A3853"/>
                  </a:solidFill>
                  <a:latin typeface="S-Core Dream 8 Heavy" panose="020B0503030302020204" pitchFamily="34" charset="-127"/>
                  <a:ea typeface="S-Core Dream 8 Heavy" panose="020B0503030302020204" pitchFamily="34" charset="-127"/>
                </a:rPr>
                <a:t>/ </a:t>
              </a:r>
              <a:r>
                <a:rPr lang="ko-KR" altLang="en-US" sz="1900" b="1" spc="-50" dirty="0">
                  <a:solidFill>
                    <a:srgbClr val="2A3853"/>
                  </a:solidFill>
                  <a:latin typeface="S-Core Dream 8 Heavy" panose="020B0503030302020204" pitchFamily="34" charset="-127"/>
                  <a:ea typeface="S-Core Dream 8 Heavy" panose="020B0503030302020204" pitchFamily="34" charset="-127"/>
                </a:rPr>
                <a:t>협의 결과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4C73EB-6F36-4042-820E-771A55873476}"/>
              </a:ext>
            </a:extLst>
          </p:cNvPr>
          <p:cNvSpPr/>
          <p:nvPr/>
        </p:nvSpPr>
        <p:spPr>
          <a:xfrm>
            <a:off x="1013709" y="323997"/>
            <a:ext cx="4680520" cy="336326"/>
          </a:xfrm>
          <a:prstGeom prst="rect">
            <a:avLst/>
          </a:prstGeom>
          <a:effectLst/>
        </p:spPr>
        <p:txBody>
          <a:bodyPr wrap="square" lIns="0" tIns="0" rIns="0" bIns="0" anchor="t" anchorCtr="0">
            <a:noAutofit/>
          </a:bodyPr>
          <a:lstStyle/>
          <a:p>
            <a:pPr latinLnBrk="0"/>
            <a:r>
              <a:rPr lang="en-US" altLang="ko-KR" sz="2300" b="1" kern="0" spc="-7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2-2 </a:t>
            </a:r>
            <a:r>
              <a:rPr lang="ko-KR" altLang="en-US" sz="2300" b="1" kern="0" spc="-7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경비순찰</a:t>
            </a:r>
            <a:r>
              <a:rPr lang="ko-KR" altLang="en-US" sz="2300" b="1" kern="0" spc="-7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2300" b="1" kern="0" spc="-7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경로분석</a:t>
            </a:r>
            <a:r>
              <a:rPr lang="ko-KR" altLang="en-US" sz="2300" b="1" kern="0" spc="-7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 기술 개발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50E2BF1-53DB-47C1-8557-C5E1454AC098}"/>
              </a:ext>
            </a:extLst>
          </p:cNvPr>
          <p:cNvGrpSpPr/>
          <p:nvPr/>
        </p:nvGrpSpPr>
        <p:grpSpPr>
          <a:xfrm>
            <a:off x="538474" y="1903013"/>
            <a:ext cx="7792862" cy="803534"/>
            <a:chOff x="811388" y="1775276"/>
            <a:chExt cx="7792862" cy="80353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703B1E-7D98-4371-AB50-17E6ED94BB26}"/>
                </a:ext>
              </a:extLst>
            </p:cNvPr>
            <p:cNvSpPr txBox="1"/>
            <p:nvPr/>
          </p:nvSpPr>
          <p:spPr>
            <a:xfrm>
              <a:off x="811388" y="1965693"/>
              <a:ext cx="7792862" cy="61311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33375" indent="-152400">
                <a:lnSpc>
                  <a:spcPct val="150000"/>
                </a:lnSpc>
                <a:buClr>
                  <a:srgbClr val="00499D"/>
                </a:buClr>
                <a:buFont typeface="Wingdings" panose="05000000000000000000" pitchFamily="2" charset="2"/>
                <a:buChar char="§"/>
              </a:pPr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에스코어 드림 4 Regular" panose="020B0503030302020204" pitchFamily="50" charset="-127"/>
                </a:rPr>
                <a:t>1</a:t>
              </a:r>
              <a:r>
                <a: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에스코어 드림 4 Regular" panose="020B0503030302020204" pitchFamily="50" charset="-127"/>
                </a:rPr>
                <a:t>세부 분석활용시스템 코드 기반 </a:t>
              </a:r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에스코어 드림 4 Regular" panose="020B0503030302020204" pitchFamily="50" charset="-127"/>
                </a:rPr>
                <a:t>2</a:t>
              </a:r>
              <a:r>
                <a: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에스코어 드림 4 Regular" panose="020B0503030302020204" pitchFamily="50" charset="-127"/>
                </a:rPr>
                <a:t>세부 분석활용시스템 화면 설계 예정</a:t>
              </a:r>
              <a:endPara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ea typeface="에스코어 드림 4 Regular" panose="020B0503030302020204" pitchFamily="50" charset="-127"/>
              </a:endParaRPr>
            </a:p>
            <a:p>
              <a:pPr marL="333375" indent="-152400">
                <a:lnSpc>
                  <a:spcPct val="150000"/>
                </a:lnSpc>
                <a:buClr>
                  <a:srgbClr val="00499D"/>
                </a:buClr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에스코어 드림 4 Regular" panose="020B0503030302020204" pitchFamily="50" charset="-127"/>
                </a:rPr>
                <a:t>해양사고 위험도 예측과 경향도 분석을 나누어 설계 필요  </a:t>
              </a:r>
              <a:endParaRPr lang="en-US" altLang="ko-KR" sz="1200" b="1" dirty="0">
                <a:solidFill>
                  <a:srgbClr val="0000FF"/>
                </a:solidFill>
                <a:ea typeface="에스코어 드림 4 Regular" panose="020B05030303020202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3041CA-9B21-4B27-91D6-58EDD04D267C}"/>
                </a:ext>
              </a:extLst>
            </p:cNvPr>
            <p:cNvSpPr txBox="1"/>
            <p:nvPr/>
          </p:nvSpPr>
          <p:spPr>
            <a:xfrm>
              <a:off x="1069661" y="1775276"/>
              <a:ext cx="7493395" cy="2154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marL="7938">
                <a:buClr>
                  <a:srgbClr val="00499D"/>
                </a:buClr>
              </a:pPr>
              <a:r>
                <a:rPr lang="en-US" altLang="ko-KR" sz="1400" b="1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2</a:t>
              </a:r>
              <a:r>
                <a:rPr lang="ko-KR" altLang="en-US" sz="1400" b="1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세부 분석활용시스템 화면 설계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4F6792E-D50F-4F3D-98D6-8308C08784C9}"/>
                </a:ext>
              </a:extLst>
            </p:cNvPr>
            <p:cNvGrpSpPr/>
            <p:nvPr/>
          </p:nvGrpSpPr>
          <p:grpSpPr>
            <a:xfrm>
              <a:off x="840402" y="1796372"/>
              <a:ext cx="170431" cy="170431"/>
              <a:chOff x="1851432" y="1924630"/>
              <a:chExt cx="170431" cy="170431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8F63564A-4173-4720-B6B3-C2C7EC88D263}"/>
                  </a:ext>
                </a:extLst>
              </p:cNvPr>
              <p:cNvSpPr/>
              <p:nvPr/>
            </p:nvSpPr>
            <p:spPr>
              <a:xfrm>
                <a:off x="1851432" y="1924630"/>
                <a:ext cx="170431" cy="170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3" name="이등변 삼각형 101">
                <a:extLst>
                  <a:ext uri="{FF2B5EF4-FFF2-40B4-BE49-F238E27FC236}">
                    <a16:creationId xmlns:a16="http://schemas.microsoft.com/office/drawing/2014/main" id="{FA54F9AE-57C5-4015-970D-F00754FA0F2C}"/>
                  </a:ext>
                </a:extLst>
              </p:cNvPr>
              <p:cNvSpPr/>
              <p:nvPr/>
            </p:nvSpPr>
            <p:spPr>
              <a:xfrm rot="5400000">
                <a:off x="1904363" y="1972986"/>
                <a:ext cx="85516" cy="7372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</p:grp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8079EA4B-CCC6-4387-9BB6-6444060FA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573016"/>
            <a:ext cx="3912102" cy="273155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1D6410-8EDD-41CC-8A48-77C06096DB58}"/>
              </a:ext>
            </a:extLst>
          </p:cNvPr>
          <p:cNvSpPr/>
          <p:nvPr/>
        </p:nvSpPr>
        <p:spPr>
          <a:xfrm>
            <a:off x="1271030" y="3749662"/>
            <a:ext cx="1048333" cy="35115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순찰</a:t>
            </a:r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경비 설정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6A3F57-CEC2-4ACB-8EC8-FF9FADB89FB0}"/>
              </a:ext>
            </a:extLst>
          </p:cNvPr>
          <p:cNvSpPr/>
          <p:nvPr/>
        </p:nvSpPr>
        <p:spPr>
          <a:xfrm>
            <a:off x="1271030" y="4121039"/>
            <a:ext cx="1048333" cy="35115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출발 시간 </a:t>
            </a:r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기간</a:t>
            </a:r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endParaRPr kumimoji="0" lang="ko-KR" altLang="en-US" sz="8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057F3E4-B90F-4039-B4E0-54EAA513F80C}"/>
              </a:ext>
            </a:extLst>
          </p:cNvPr>
          <p:cNvSpPr/>
          <p:nvPr/>
        </p:nvSpPr>
        <p:spPr>
          <a:xfrm>
            <a:off x="1187625" y="3573016"/>
            <a:ext cx="1224136" cy="2731556"/>
          </a:xfrm>
          <a:prstGeom prst="rect">
            <a:avLst/>
          </a:prstGeom>
          <a:noFill/>
          <a:ln w="1587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ko-KR" altLang="en-US" sz="8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사각형: 둥근 모서리 11">
            <a:extLst>
              <a:ext uri="{FF2B5EF4-FFF2-40B4-BE49-F238E27FC236}">
                <a16:creationId xmlns:a16="http://schemas.microsoft.com/office/drawing/2014/main" id="{EB2A4DD1-1D9D-4AF3-B17E-D8B0FFEFAD9B}"/>
              </a:ext>
            </a:extLst>
          </p:cNvPr>
          <p:cNvSpPr/>
          <p:nvPr/>
        </p:nvSpPr>
        <p:spPr>
          <a:xfrm>
            <a:off x="1340376" y="4614270"/>
            <a:ext cx="928863" cy="35115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실행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4A3EC4-C9B3-4DAA-895C-6E3A8F2CF014}"/>
              </a:ext>
            </a:extLst>
          </p:cNvPr>
          <p:cNvSpPr/>
          <p:nvPr/>
        </p:nvSpPr>
        <p:spPr>
          <a:xfrm>
            <a:off x="6323862" y="3573016"/>
            <a:ext cx="1224136" cy="2731556"/>
          </a:xfrm>
          <a:prstGeom prst="rect">
            <a:avLst/>
          </a:prstGeom>
          <a:noFill/>
          <a:ln w="1587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ko-KR" altLang="en-US" sz="8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223F77-6867-4689-A4D9-EFA19F535110}"/>
              </a:ext>
            </a:extLst>
          </p:cNvPr>
          <p:cNvSpPr/>
          <p:nvPr/>
        </p:nvSpPr>
        <p:spPr>
          <a:xfrm>
            <a:off x="6411763" y="3749662"/>
            <a:ext cx="1048333" cy="35115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순찰</a:t>
            </a:r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경비 지점 </a:t>
            </a:r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/>
            </a:r>
            <a:b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도출 상세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7D540FD-8EA9-4F64-805B-7FCD2115B199}"/>
              </a:ext>
            </a:extLst>
          </p:cNvPr>
          <p:cNvSpPr/>
          <p:nvPr/>
        </p:nvSpPr>
        <p:spPr>
          <a:xfrm>
            <a:off x="6411763" y="4221088"/>
            <a:ext cx="1048333" cy="12961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ko-KR" altLang="en-US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사고 빈도 </a:t>
            </a:r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00 %</a:t>
            </a:r>
          </a:p>
          <a:p>
            <a:pPr algn="ctr"/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*</a:t>
            </a:r>
          </a:p>
          <a:p>
            <a:pPr algn="ctr"/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*</a:t>
            </a:r>
          </a:p>
          <a:p>
            <a:pPr algn="ctr"/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*</a:t>
            </a:r>
          </a:p>
          <a:p>
            <a:pPr algn="ctr"/>
            <a:r>
              <a:rPr kumimoji="0" lang="en-US" altLang="ko-KR" sz="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*</a:t>
            </a:r>
            <a:endParaRPr kumimoji="0" lang="ko-KR" altLang="en-US" sz="8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84368" y="381390"/>
            <a:ext cx="3954227" cy="36236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>
                <a:solidFill>
                  <a:schemeClr val="tx2"/>
                </a:solidFill>
              </a:rPr>
              <a:t>슈어</a:t>
            </a:r>
            <a:r>
              <a:rPr lang="ko-KR" altLang="en-US" b="1" dirty="0" smtClean="0">
                <a:solidFill>
                  <a:schemeClr val="tx2"/>
                </a:solidFill>
              </a:rPr>
              <a:t> 검토의견</a:t>
            </a:r>
            <a:r>
              <a:rPr lang="en-US" altLang="ko-KR" b="1" dirty="0" smtClean="0">
                <a:solidFill>
                  <a:schemeClr val="tx2"/>
                </a:solidFill>
              </a:rPr>
              <a:t>(</a:t>
            </a:r>
            <a:r>
              <a:rPr lang="ko-KR" altLang="en-US" b="1" dirty="0" smtClean="0">
                <a:solidFill>
                  <a:schemeClr val="tx2"/>
                </a:solidFill>
              </a:rPr>
              <a:t>정봉원</a:t>
            </a:r>
            <a:r>
              <a:rPr lang="en-US" altLang="ko-KR" b="1" dirty="0" smtClean="0">
                <a:solidFill>
                  <a:schemeClr val="tx2"/>
                </a:solidFill>
              </a:rPr>
              <a:t>)260309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2"/>
                </a:solidFill>
              </a:rPr>
              <a:t>보내주신 코드는 더미 데이터로 임의의 그림을 그린 코드로</a:t>
            </a:r>
            <a:r>
              <a:rPr lang="en-US" altLang="ko-KR" dirty="0" smtClean="0">
                <a:solidFill>
                  <a:schemeClr val="tx2"/>
                </a:solidFill>
              </a:rPr>
              <a:t>, PPT</a:t>
            </a:r>
            <a:r>
              <a:rPr lang="ko-KR" altLang="en-US" dirty="0" smtClean="0">
                <a:solidFill>
                  <a:schemeClr val="tx2"/>
                </a:solidFill>
              </a:rPr>
              <a:t>에 표현된 동그라미</a:t>
            </a:r>
            <a:r>
              <a:rPr lang="en-US" altLang="ko-KR" dirty="0" smtClean="0">
                <a:solidFill>
                  <a:schemeClr val="tx2"/>
                </a:solidFill>
              </a:rPr>
              <a:t>, “</a:t>
            </a:r>
            <a:r>
              <a:rPr lang="ko-KR" altLang="en-US" dirty="0" err="1" smtClean="0">
                <a:solidFill>
                  <a:schemeClr val="tx2"/>
                </a:solidFill>
              </a:rPr>
              <a:t>어선밀집</a:t>
            </a:r>
            <a:r>
              <a:rPr lang="en-US" altLang="ko-KR" dirty="0" smtClean="0">
                <a:solidFill>
                  <a:schemeClr val="tx2"/>
                </a:solidFill>
              </a:rPr>
              <a:t>”</a:t>
            </a:r>
            <a:r>
              <a:rPr lang="ko-KR" altLang="en-US" dirty="0" smtClean="0">
                <a:solidFill>
                  <a:schemeClr val="tx2"/>
                </a:solidFill>
              </a:rPr>
              <a:t>과 같은 글자</a:t>
            </a:r>
            <a:r>
              <a:rPr lang="en-US" altLang="ko-KR" dirty="0" smtClean="0">
                <a:solidFill>
                  <a:schemeClr val="tx2"/>
                </a:solidFill>
              </a:rPr>
              <a:t>, </a:t>
            </a:r>
            <a:r>
              <a:rPr lang="ko-KR" altLang="en-US" dirty="0" smtClean="0">
                <a:solidFill>
                  <a:schemeClr val="tx2"/>
                </a:solidFill>
              </a:rPr>
              <a:t>경로 등을 나타낼 수가 없습니다</a:t>
            </a:r>
            <a:r>
              <a:rPr lang="en-US" altLang="ko-KR" dirty="0" smtClean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2"/>
                </a:solidFill>
              </a:rPr>
              <a:t>알고리즘에서 사용자 입력이 있으시다면 항목을 정의하여 주시고</a:t>
            </a:r>
            <a:endParaRPr lang="en-US" altLang="ko-KR" dirty="0" smtClean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tx2"/>
                </a:solidFill>
              </a:rPr>
              <a:t>화면 출력을 위해서는 샘플 </a:t>
            </a:r>
            <a:r>
              <a:rPr lang="en-US" altLang="ko-KR" dirty="0" smtClean="0">
                <a:solidFill>
                  <a:schemeClr val="tx2"/>
                </a:solidFill>
              </a:rPr>
              <a:t>JSON</a:t>
            </a:r>
            <a:r>
              <a:rPr lang="ko-KR" altLang="en-US" dirty="0" smtClean="0">
                <a:solidFill>
                  <a:schemeClr val="tx2"/>
                </a:solidFill>
              </a:rPr>
              <a:t>을 제시해 주시기 바랍니다</a:t>
            </a:r>
            <a:r>
              <a:rPr lang="en-US" altLang="ko-KR" dirty="0" smtClean="0">
                <a:solidFill>
                  <a:schemeClr val="tx2"/>
                </a:solidFill>
              </a:rPr>
              <a:t>.</a:t>
            </a:r>
            <a:endParaRPr lang="ko-KR" altLang="en-US" dirty="0">
              <a:solidFill>
                <a:schemeClr val="tx2"/>
              </a:solidFill>
            </a:endParaRPr>
          </a:p>
        </p:txBody>
      </p:sp>
      <p:pic>
        <p:nvPicPr>
          <p:cNvPr id="25" name="그림 24" descr="텍스트, 스크린샷, 소프트웨어, 멀티미디어 소프트웨어이(가) 표시된 사진&#10;&#10;AI 생성 콘텐츠는 정확하지 않을 수 있습니다.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095" y="4072112"/>
            <a:ext cx="3952500" cy="2332236"/>
          </a:xfrm>
          <a:prstGeom prst="rect">
            <a:avLst/>
          </a:prstGeom>
        </p:spPr>
      </p:pic>
      <p:cxnSp>
        <p:nvCxnSpPr>
          <p:cNvPr id="26" name="직선 화살표 연결선 25"/>
          <p:cNvCxnSpPr/>
          <p:nvPr/>
        </p:nvCxnSpPr>
        <p:spPr>
          <a:xfrm flipH="1">
            <a:off x="4686041" y="3572965"/>
            <a:ext cx="501586" cy="2880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92513" y="3328165"/>
            <a:ext cx="154080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글자 데이터</a:t>
            </a:r>
            <a:r>
              <a:rPr lang="en-US" altLang="ko-KR" b="1" dirty="0" smtClean="0">
                <a:solidFill>
                  <a:srgbClr val="FF0000"/>
                </a:solidFill>
              </a:rPr>
              <a:t>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 flipH="1">
            <a:off x="4641758" y="4105848"/>
            <a:ext cx="501586" cy="2880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48230" y="3861048"/>
            <a:ext cx="2119491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Leg</a:t>
            </a:r>
            <a:r>
              <a:rPr lang="ko-KR" altLang="en-US" b="1" dirty="0" smtClean="0">
                <a:solidFill>
                  <a:srgbClr val="FF0000"/>
                </a:solidFill>
              </a:rPr>
              <a:t>를 나타내려면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위도 경도 목록</a:t>
            </a:r>
            <a:r>
              <a:rPr lang="en-US" altLang="ko-KR" b="1" dirty="0" smtClean="0">
                <a:solidFill>
                  <a:srgbClr val="FF0000"/>
                </a:solidFill>
              </a:rPr>
              <a:t>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H="1" flipV="1">
            <a:off x="5004048" y="4965428"/>
            <a:ext cx="473876" cy="3621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2810" y="5082810"/>
            <a:ext cx="2339102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동그라미 나타내려면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중심점과 </a:t>
            </a:r>
            <a:r>
              <a:rPr lang="en-US" altLang="ko-KR" b="1" dirty="0" smtClean="0">
                <a:solidFill>
                  <a:srgbClr val="FF0000"/>
                </a:solidFill>
              </a:rPr>
              <a:t>radius?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0954" y="2883193"/>
            <a:ext cx="2492990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사용자 입력 필드 모호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6" name="직선 화살표 연결선 35"/>
          <p:cNvCxnSpPr>
            <a:stCxn id="35" idx="2"/>
          </p:cNvCxnSpPr>
          <p:nvPr/>
        </p:nvCxnSpPr>
        <p:spPr>
          <a:xfrm flipH="1">
            <a:off x="1568351" y="3252525"/>
            <a:ext cx="549098" cy="4248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036302" y="5935240"/>
            <a:ext cx="5477782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현재 코드 활용으로는 표현이 불가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위도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경도값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  <a:r>
              <a:rPr lang="ko-KR" altLang="en-US" b="1" dirty="0" smtClean="0">
                <a:solidFill>
                  <a:srgbClr val="FF0000"/>
                </a:solidFill>
              </a:rPr>
              <a:t>기타 표현에 필요한 데이터 값이 부재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57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CBA89A7-14AB-494A-9C97-E6481B11E120}"/>
              </a:ext>
            </a:extLst>
          </p:cNvPr>
          <p:cNvGrpSpPr/>
          <p:nvPr/>
        </p:nvGrpSpPr>
        <p:grpSpPr>
          <a:xfrm>
            <a:off x="540544" y="1037818"/>
            <a:ext cx="8062912" cy="569704"/>
            <a:chOff x="541338" y="1033259"/>
            <a:chExt cx="8062912" cy="569704"/>
          </a:xfrm>
        </p:grpSpPr>
        <p:sp>
          <p:nvSpPr>
            <p:cNvPr id="3" name="모서리가 둥근 직사각형 111">
              <a:extLst>
                <a:ext uri="{FF2B5EF4-FFF2-40B4-BE49-F238E27FC236}">
                  <a16:creationId xmlns:a16="http://schemas.microsoft.com/office/drawing/2014/main" id="{E34472E2-2548-438F-A391-851318D28C49}"/>
                </a:ext>
              </a:extLst>
            </p:cNvPr>
            <p:cNvSpPr/>
            <p:nvPr/>
          </p:nvSpPr>
          <p:spPr>
            <a:xfrm>
              <a:off x="541338" y="1033259"/>
              <a:ext cx="8062912" cy="56970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모서리가 둥근 직사각형 112">
              <a:extLst>
                <a:ext uri="{FF2B5EF4-FFF2-40B4-BE49-F238E27FC236}">
                  <a16:creationId xmlns:a16="http://schemas.microsoft.com/office/drawing/2014/main" id="{87F80648-ED6B-4BE1-8E7E-55EFB7B86FC8}"/>
                </a:ext>
              </a:extLst>
            </p:cNvPr>
            <p:cNvSpPr/>
            <p:nvPr/>
          </p:nvSpPr>
          <p:spPr>
            <a:xfrm>
              <a:off x="627756" y="1106116"/>
              <a:ext cx="7890077" cy="42399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gradFill>
                  <a:gsLst>
                    <a:gs pos="0">
                      <a:srgbClr val="2C4F95"/>
                    </a:gs>
                    <a:gs pos="100000">
                      <a:srgbClr val="2C4F95"/>
                    </a:gs>
                  </a:gsLst>
                  <a:lin ang="0" scaled="0"/>
                </a:gra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9ED80D-F9BE-41E1-A6A8-275A050F38EE}"/>
                </a:ext>
              </a:extLst>
            </p:cNvPr>
            <p:cNvSpPr txBox="1"/>
            <p:nvPr/>
          </p:nvSpPr>
          <p:spPr>
            <a:xfrm>
              <a:off x="629344" y="1171918"/>
              <a:ext cx="7886900" cy="2923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fontAlgn="base" latinLnBrk="0"/>
              <a:r>
                <a:rPr lang="ko-KR" altLang="en-US" sz="1900" b="1" spc="-50" dirty="0">
                  <a:solidFill>
                    <a:srgbClr val="2A3853"/>
                  </a:solidFill>
                  <a:latin typeface="S-Core Dream 8 Heavy" panose="020B0503030302020204" pitchFamily="34" charset="-127"/>
                  <a:ea typeface="S-Core Dream 8 Heavy" panose="020B0503030302020204" pitchFamily="34" charset="-127"/>
                </a:rPr>
                <a:t>사용자 화면 설계 </a:t>
              </a:r>
              <a:r>
                <a:rPr lang="en-US" altLang="ko-KR" sz="1900" b="1" spc="-50" dirty="0">
                  <a:solidFill>
                    <a:srgbClr val="2A3853"/>
                  </a:solidFill>
                  <a:latin typeface="S-Core Dream 8 Heavy" panose="020B0503030302020204" pitchFamily="34" charset="-127"/>
                  <a:ea typeface="S-Core Dream 8 Heavy" panose="020B0503030302020204" pitchFamily="34" charset="-127"/>
                </a:rPr>
                <a:t>/ </a:t>
              </a:r>
              <a:r>
                <a:rPr lang="ko-KR" altLang="en-US" sz="1900" b="1" spc="-50" dirty="0">
                  <a:solidFill>
                    <a:srgbClr val="2A3853"/>
                  </a:solidFill>
                  <a:latin typeface="S-Core Dream 8 Heavy" panose="020B0503030302020204" pitchFamily="34" charset="-127"/>
                  <a:ea typeface="S-Core Dream 8 Heavy" panose="020B0503030302020204" pitchFamily="34" charset="-127"/>
                </a:rPr>
                <a:t>협의 결과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4C73EB-6F36-4042-820E-771A55873476}"/>
              </a:ext>
            </a:extLst>
          </p:cNvPr>
          <p:cNvSpPr/>
          <p:nvPr/>
        </p:nvSpPr>
        <p:spPr>
          <a:xfrm>
            <a:off x="1013709" y="323997"/>
            <a:ext cx="4680520" cy="336326"/>
          </a:xfrm>
          <a:prstGeom prst="rect">
            <a:avLst/>
          </a:prstGeom>
          <a:effectLst/>
        </p:spPr>
        <p:txBody>
          <a:bodyPr wrap="square" lIns="0" tIns="0" rIns="0" bIns="0" anchor="t" anchorCtr="0">
            <a:noAutofit/>
          </a:bodyPr>
          <a:lstStyle/>
          <a:p>
            <a:pPr latinLnBrk="0"/>
            <a:r>
              <a:rPr lang="en-US" altLang="ko-KR" sz="2300" b="1" kern="0" spc="-7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2-2 </a:t>
            </a:r>
            <a:r>
              <a:rPr lang="ko-KR" altLang="en-US" sz="2300" b="1" kern="0" spc="-7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경비순찰</a:t>
            </a:r>
            <a:r>
              <a:rPr lang="ko-KR" altLang="en-US" sz="2300" b="1" kern="0" spc="-7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2300" b="1" kern="0" spc="-7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경로분석</a:t>
            </a:r>
            <a:r>
              <a:rPr lang="ko-KR" altLang="en-US" sz="2300" b="1" kern="0" spc="-7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-Core Dream 7 ExtraBold" panose="020B0503030302020204" pitchFamily="34" charset="-127"/>
                <a:ea typeface="S-Core Dream 7 ExtraBold" panose="020B0503030302020204" pitchFamily="34" charset="-127"/>
                <a:cs typeface="KoPubWorld돋움체 Bold" panose="00000800000000000000" pitchFamily="2" charset="-127"/>
              </a:rPr>
              <a:t> 기술 개발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50E2BF1-53DB-47C1-8557-C5E1454AC098}"/>
              </a:ext>
            </a:extLst>
          </p:cNvPr>
          <p:cNvGrpSpPr/>
          <p:nvPr/>
        </p:nvGrpSpPr>
        <p:grpSpPr>
          <a:xfrm>
            <a:off x="4742923" y="2031496"/>
            <a:ext cx="7722654" cy="215444"/>
            <a:chOff x="840402" y="1775276"/>
            <a:chExt cx="7722654" cy="2154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3041CA-9B21-4B27-91D6-58EDD04D267C}"/>
                </a:ext>
              </a:extLst>
            </p:cNvPr>
            <p:cNvSpPr txBox="1"/>
            <p:nvPr/>
          </p:nvSpPr>
          <p:spPr>
            <a:xfrm>
              <a:off x="1069661" y="1775276"/>
              <a:ext cx="7493395" cy="2154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marL="7938">
                <a:buClr>
                  <a:srgbClr val="00499D"/>
                </a:buClr>
              </a:pPr>
              <a:r>
                <a:rPr lang="ko-KR" altLang="en-US" sz="1400" b="1" spc="-5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출력 </a:t>
              </a:r>
              <a:r>
                <a:rPr lang="en-US" altLang="ko-KR" sz="1400" b="1" spc="-5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JSON </a:t>
              </a:r>
              <a:r>
                <a:rPr lang="ko-KR" altLang="en-US" sz="1400" b="1" spc="-5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예시</a:t>
              </a:r>
              <a:endPara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4F6792E-D50F-4F3D-98D6-8308C08784C9}"/>
                </a:ext>
              </a:extLst>
            </p:cNvPr>
            <p:cNvGrpSpPr/>
            <p:nvPr/>
          </p:nvGrpSpPr>
          <p:grpSpPr>
            <a:xfrm>
              <a:off x="840402" y="1796372"/>
              <a:ext cx="170431" cy="170431"/>
              <a:chOff x="1851432" y="1924630"/>
              <a:chExt cx="170431" cy="170431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8F63564A-4173-4720-B6B3-C2C7EC88D263}"/>
                  </a:ext>
                </a:extLst>
              </p:cNvPr>
              <p:cNvSpPr/>
              <p:nvPr/>
            </p:nvSpPr>
            <p:spPr>
              <a:xfrm>
                <a:off x="1851432" y="1924630"/>
                <a:ext cx="170431" cy="170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3" name="이등변 삼각형 101">
                <a:extLst>
                  <a:ext uri="{FF2B5EF4-FFF2-40B4-BE49-F238E27FC236}">
                    <a16:creationId xmlns:a16="http://schemas.microsoft.com/office/drawing/2014/main" id="{FA54F9AE-57C5-4015-970D-F00754FA0F2C}"/>
                  </a:ext>
                </a:extLst>
              </p:cNvPr>
              <p:cNvSpPr/>
              <p:nvPr/>
            </p:nvSpPr>
            <p:spPr>
              <a:xfrm rot="5400000">
                <a:off x="1904363" y="1972986"/>
                <a:ext cx="85516" cy="7372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</p:grpSp>
      </p:grpSp>
      <p:sp>
        <p:nvSpPr>
          <p:cNvPr id="14" name="직사각형 13"/>
          <p:cNvSpPr/>
          <p:nvPr/>
        </p:nvSpPr>
        <p:spPr>
          <a:xfrm>
            <a:off x="541338" y="2367738"/>
            <a:ext cx="3865835" cy="2354491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50" dirty="0"/>
              <a:t>{</a:t>
            </a:r>
          </a:p>
          <a:p>
            <a:r>
              <a:rPr lang="ko-KR" altLang="en-US" sz="1050" dirty="0"/>
              <a:t>  "</a:t>
            </a:r>
            <a:r>
              <a:rPr lang="ko-KR" altLang="en-US" sz="1050" dirty="0" err="1"/>
              <a:t>requestId</a:t>
            </a:r>
            <a:r>
              <a:rPr lang="ko-KR" altLang="en-US" sz="1050" dirty="0"/>
              <a:t>": "REQ-20260309-001",</a:t>
            </a:r>
          </a:p>
          <a:p>
            <a:r>
              <a:rPr lang="ko-KR" altLang="en-US" sz="1050" dirty="0"/>
              <a:t>  "</a:t>
            </a:r>
            <a:r>
              <a:rPr lang="ko-KR" altLang="en-US" sz="1050" dirty="0" err="1"/>
              <a:t>filter</a:t>
            </a:r>
            <a:r>
              <a:rPr lang="ko-KR" altLang="en-US" sz="1050" dirty="0"/>
              <a:t>": {</a:t>
            </a:r>
          </a:p>
          <a:p>
            <a:r>
              <a:rPr lang="ko-KR" altLang="en-US" sz="1050" dirty="0"/>
              <a:t>    "</a:t>
            </a:r>
            <a:r>
              <a:rPr lang="ko-KR" altLang="en-US" sz="1050" dirty="0" err="1"/>
              <a:t>startTime</a:t>
            </a:r>
            <a:r>
              <a:rPr lang="ko-KR" altLang="en-US" sz="1050" dirty="0"/>
              <a:t>": "2026-03-01T00:00:00Z",</a:t>
            </a:r>
          </a:p>
          <a:p>
            <a:r>
              <a:rPr lang="ko-KR" altLang="en-US" sz="1050" dirty="0"/>
              <a:t>    "</a:t>
            </a:r>
            <a:r>
              <a:rPr lang="ko-KR" altLang="en-US" sz="1050" dirty="0" err="1"/>
              <a:t>endTime</a:t>
            </a:r>
            <a:r>
              <a:rPr lang="ko-KR" altLang="en-US" sz="1050" dirty="0"/>
              <a:t>": "2026-03-09T23:59:59Z",</a:t>
            </a:r>
          </a:p>
          <a:p>
            <a:r>
              <a:rPr lang="ko-KR" altLang="en-US" sz="1050" dirty="0"/>
              <a:t>    "</a:t>
            </a:r>
            <a:r>
              <a:rPr lang="ko-KR" altLang="en-US" sz="1050" dirty="0" err="1"/>
              <a:t>shipId</a:t>
            </a:r>
            <a:r>
              <a:rPr lang="ko-KR" altLang="en-US" sz="1050" dirty="0"/>
              <a:t>": "ALL",</a:t>
            </a:r>
          </a:p>
          <a:p>
            <a:r>
              <a:rPr lang="ko-KR" altLang="en-US" sz="1050" dirty="0"/>
              <a:t>    "</a:t>
            </a:r>
            <a:r>
              <a:rPr lang="ko-KR" altLang="en-US" sz="1050" dirty="0" err="1"/>
              <a:t>accidentType</a:t>
            </a:r>
            <a:r>
              <a:rPr lang="ko-KR" altLang="en-US" sz="1050" dirty="0"/>
              <a:t>": "ALL"</a:t>
            </a:r>
          </a:p>
          <a:p>
            <a:r>
              <a:rPr lang="ko-KR" altLang="en-US" sz="1050" dirty="0"/>
              <a:t>  },</a:t>
            </a:r>
          </a:p>
          <a:p>
            <a:r>
              <a:rPr lang="ko-KR" altLang="en-US" sz="1050" dirty="0"/>
              <a:t>  "</a:t>
            </a:r>
            <a:r>
              <a:rPr lang="ko-KR" altLang="en-US" sz="1050" dirty="0" err="1"/>
              <a:t>options</a:t>
            </a:r>
            <a:r>
              <a:rPr lang="ko-KR" altLang="en-US" sz="1050" dirty="0"/>
              <a:t>": {</a:t>
            </a:r>
          </a:p>
          <a:p>
            <a:r>
              <a:rPr lang="ko-KR" altLang="en-US" sz="1050" dirty="0"/>
              <a:t>    "</a:t>
            </a:r>
            <a:r>
              <a:rPr lang="ko-KR" altLang="en-US" sz="1050" dirty="0" err="1"/>
              <a:t>includeRoute</a:t>
            </a:r>
            <a:r>
              <a:rPr lang="ko-KR" altLang="en-US" sz="1050" dirty="0"/>
              <a:t>": </a:t>
            </a:r>
            <a:r>
              <a:rPr lang="ko-KR" altLang="en-US" sz="1050" dirty="0" err="1"/>
              <a:t>true</a:t>
            </a:r>
            <a:r>
              <a:rPr lang="ko-KR" altLang="en-US" sz="1050" dirty="0"/>
              <a:t>,</a:t>
            </a:r>
          </a:p>
          <a:p>
            <a:r>
              <a:rPr lang="ko-KR" altLang="en-US" sz="1050" dirty="0"/>
              <a:t>    "</a:t>
            </a:r>
            <a:r>
              <a:rPr lang="ko-KR" altLang="en-US" sz="1050" dirty="0" err="1"/>
              <a:t>includeAccidentZone</a:t>
            </a:r>
            <a:r>
              <a:rPr lang="ko-KR" altLang="en-US" sz="1050" dirty="0"/>
              <a:t>": </a:t>
            </a:r>
            <a:r>
              <a:rPr lang="ko-KR" altLang="en-US" sz="1050" dirty="0" err="1"/>
              <a:t>true</a:t>
            </a:r>
            <a:r>
              <a:rPr lang="ko-KR" altLang="en-US" sz="1050" dirty="0"/>
              <a:t>,</a:t>
            </a:r>
          </a:p>
          <a:p>
            <a:r>
              <a:rPr lang="ko-KR" altLang="en-US" sz="1050" dirty="0"/>
              <a:t>    "</a:t>
            </a:r>
            <a:r>
              <a:rPr lang="ko-KR" altLang="en-US" sz="1050" dirty="0" err="1"/>
              <a:t>includeLabels</a:t>
            </a:r>
            <a:r>
              <a:rPr lang="ko-KR" altLang="en-US" sz="1050" dirty="0"/>
              <a:t>": </a:t>
            </a:r>
            <a:r>
              <a:rPr lang="ko-KR" altLang="en-US" sz="1050" dirty="0" err="1"/>
              <a:t>true</a:t>
            </a:r>
            <a:endParaRPr lang="ko-KR" altLang="en-US" sz="1050" dirty="0"/>
          </a:p>
          <a:p>
            <a:r>
              <a:rPr lang="ko-KR" altLang="en-US" sz="1050" dirty="0"/>
              <a:t>  }</a:t>
            </a:r>
          </a:p>
          <a:p>
            <a:r>
              <a:rPr lang="ko-KR" altLang="en-US" sz="1050" dirty="0"/>
              <a:t>}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50E2BF1-53DB-47C1-8557-C5E1454AC098}"/>
              </a:ext>
            </a:extLst>
          </p:cNvPr>
          <p:cNvGrpSpPr/>
          <p:nvPr/>
        </p:nvGrpSpPr>
        <p:grpSpPr>
          <a:xfrm>
            <a:off x="719888" y="2055413"/>
            <a:ext cx="7722654" cy="215444"/>
            <a:chOff x="840402" y="1775276"/>
            <a:chExt cx="7722654" cy="21544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33041CA-9B21-4B27-91D6-58EDD04D267C}"/>
                </a:ext>
              </a:extLst>
            </p:cNvPr>
            <p:cNvSpPr txBox="1"/>
            <p:nvPr/>
          </p:nvSpPr>
          <p:spPr>
            <a:xfrm>
              <a:off x="1069661" y="1775276"/>
              <a:ext cx="7493395" cy="2154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marL="7938">
                <a:buClr>
                  <a:srgbClr val="00499D"/>
                </a:buClr>
              </a:pPr>
              <a:r>
                <a:rPr lang="ko-KR" altLang="en-US" sz="1400" b="1" spc="-5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입력 </a:t>
              </a:r>
              <a:r>
                <a:rPr lang="en-US" altLang="ko-KR" sz="1400" b="1" spc="-5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JSON </a:t>
              </a:r>
              <a:r>
                <a:rPr lang="ko-KR" altLang="en-US" sz="1400" b="1" spc="-5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예시</a:t>
              </a:r>
              <a:endPara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C4F6792E-D50F-4F3D-98D6-8308C08784C9}"/>
                </a:ext>
              </a:extLst>
            </p:cNvPr>
            <p:cNvGrpSpPr/>
            <p:nvPr/>
          </p:nvGrpSpPr>
          <p:grpSpPr>
            <a:xfrm>
              <a:off x="840402" y="1796372"/>
              <a:ext cx="170431" cy="170431"/>
              <a:chOff x="1851432" y="1924630"/>
              <a:chExt cx="170431" cy="170431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8F63564A-4173-4720-B6B3-C2C7EC88D263}"/>
                  </a:ext>
                </a:extLst>
              </p:cNvPr>
              <p:cNvSpPr/>
              <p:nvPr/>
            </p:nvSpPr>
            <p:spPr>
              <a:xfrm>
                <a:off x="1851432" y="1924630"/>
                <a:ext cx="170431" cy="170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0" name="이등변 삼각형 101">
                <a:extLst>
                  <a:ext uri="{FF2B5EF4-FFF2-40B4-BE49-F238E27FC236}">
                    <a16:creationId xmlns:a16="http://schemas.microsoft.com/office/drawing/2014/main" id="{FA54F9AE-57C5-4015-970D-F00754FA0F2C}"/>
                  </a:ext>
                </a:extLst>
              </p:cNvPr>
              <p:cNvSpPr/>
              <p:nvPr/>
            </p:nvSpPr>
            <p:spPr>
              <a:xfrm rot="5400000">
                <a:off x="1904363" y="1972986"/>
                <a:ext cx="85516" cy="7372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</p:grpSp>
      </p:grpSp>
      <p:sp>
        <p:nvSpPr>
          <p:cNvPr id="16" name="직사각형 15"/>
          <p:cNvSpPr/>
          <p:nvPr/>
        </p:nvSpPr>
        <p:spPr>
          <a:xfrm>
            <a:off x="4568087" y="2367738"/>
            <a:ext cx="4035369" cy="772519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dirty="0"/>
              <a:t>{</a:t>
            </a:r>
          </a:p>
          <a:p>
            <a:r>
              <a:rPr lang="ko-KR" altLang="en-US" sz="800" dirty="0"/>
              <a:t>  "</a:t>
            </a:r>
            <a:r>
              <a:rPr lang="ko-KR" altLang="en-US" sz="800" dirty="0" err="1"/>
              <a:t>requestId</a:t>
            </a:r>
            <a:r>
              <a:rPr lang="ko-KR" altLang="en-US" sz="800" dirty="0"/>
              <a:t>": "REQ-20260309-001",</a:t>
            </a:r>
          </a:p>
          <a:p>
            <a:r>
              <a:rPr lang="ko-KR" altLang="en-US" sz="800" dirty="0"/>
              <a:t>  "</a:t>
            </a:r>
            <a:r>
              <a:rPr lang="ko-KR" altLang="en-US" sz="800" dirty="0" err="1"/>
              <a:t>summary</a:t>
            </a:r>
            <a:r>
              <a:rPr lang="ko-KR" altLang="en-US" sz="800" dirty="0"/>
              <a:t>": {</a:t>
            </a:r>
          </a:p>
          <a:p>
            <a:r>
              <a:rPr lang="ko-KR" altLang="en-US" sz="800" dirty="0"/>
              <a:t>    "</a:t>
            </a:r>
            <a:r>
              <a:rPr lang="ko-KR" altLang="en-US" sz="800" dirty="0" err="1"/>
              <a:t>accidentCount</a:t>
            </a:r>
            <a:r>
              <a:rPr lang="ko-KR" altLang="en-US" sz="800" dirty="0"/>
              <a:t>": 5,</a:t>
            </a:r>
          </a:p>
          <a:p>
            <a:r>
              <a:rPr lang="ko-KR" altLang="en-US" sz="800" dirty="0"/>
              <a:t>    "</a:t>
            </a:r>
            <a:r>
              <a:rPr lang="ko-KR" altLang="en-US" sz="800" dirty="0" err="1"/>
              <a:t>routeCount</a:t>
            </a:r>
            <a:r>
              <a:rPr lang="ko-KR" altLang="en-US" sz="800" dirty="0"/>
              <a:t>": 2</a:t>
            </a:r>
          </a:p>
          <a:p>
            <a:r>
              <a:rPr lang="ko-KR" altLang="en-US" sz="800" dirty="0"/>
              <a:t>  },</a:t>
            </a:r>
          </a:p>
          <a:p>
            <a:r>
              <a:rPr lang="ko-KR" altLang="en-US" sz="800" dirty="0"/>
              <a:t>  "</a:t>
            </a:r>
            <a:r>
              <a:rPr lang="ko-KR" altLang="en-US" sz="800" dirty="0" err="1"/>
              <a:t>routes</a:t>
            </a:r>
            <a:r>
              <a:rPr lang="ko-KR" altLang="en-US" sz="800" dirty="0"/>
              <a:t>": [</a:t>
            </a:r>
          </a:p>
          <a:p>
            <a:r>
              <a:rPr lang="ko-KR" altLang="en-US" sz="800" dirty="0"/>
              <a:t>    {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routeId</a:t>
            </a:r>
            <a:r>
              <a:rPr lang="ko-KR" altLang="en-US" sz="800" dirty="0"/>
              <a:t>": "R001",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name</a:t>
            </a:r>
            <a:r>
              <a:rPr lang="ko-KR" altLang="en-US" sz="800" dirty="0"/>
              <a:t>": "항로 </a:t>
            </a:r>
            <a:r>
              <a:rPr lang="ko-KR" altLang="en-US" sz="800" dirty="0" err="1"/>
              <a:t>A</a:t>
            </a:r>
            <a:r>
              <a:rPr lang="ko-KR" altLang="en-US" sz="800" dirty="0"/>
              <a:t>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path</a:t>
            </a:r>
            <a:r>
              <a:rPr lang="ko-KR" altLang="en-US" sz="800" dirty="0"/>
              <a:t>": [</a:t>
            </a:r>
          </a:p>
          <a:p>
            <a:r>
              <a:rPr lang="ko-KR" altLang="en-US" sz="800" dirty="0"/>
              <a:t>        {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35.1001,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129.0401 },</a:t>
            </a:r>
          </a:p>
          <a:p>
            <a:r>
              <a:rPr lang="ko-KR" altLang="en-US" sz="800" dirty="0"/>
              <a:t>        {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35.2012,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129.1102 },</a:t>
            </a:r>
          </a:p>
          <a:p>
            <a:r>
              <a:rPr lang="ko-KR" altLang="en-US" sz="800" dirty="0"/>
              <a:t>        {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35.3023,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129.2303 }</a:t>
            </a:r>
          </a:p>
          <a:p>
            <a:r>
              <a:rPr lang="ko-KR" altLang="en-US" sz="800" dirty="0"/>
              <a:t>      ]</a:t>
            </a:r>
          </a:p>
          <a:p>
            <a:r>
              <a:rPr lang="ko-KR" altLang="en-US" sz="800" dirty="0"/>
              <a:t>    },</a:t>
            </a:r>
          </a:p>
          <a:p>
            <a:r>
              <a:rPr lang="ko-KR" altLang="en-US" sz="800" dirty="0"/>
              <a:t>    {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routeId</a:t>
            </a:r>
            <a:r>
              <a:rPr lang="ko-KR" altLang="en-US" sz="800" dirty="0"/>
              <a:t>": "R002",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name</a:t>
            </a:r>
            <a:r>
              <a:rPr lang="ko-KR" altLang="en-US" sz="800" dirty="0"/>
              <a:t>": "항로 </a:t>
            </a:r>
            <a:r>
              <a:rPr lang="ko-KR" altLang="en-US" sz="800" dirty="0" err="1"/>
              <a:t>B</a:t>
            </a:r>
            <a:r>
              <a:rPr lang="ko-KR" altLang="en-US" sz="800" dirty="0"/>
              <a:t>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path</a:t>
            </a:r>
            <a:r>
              <a:rPr lang="ko-KR" altLang="en-US" sz="800" dirty="0"/>
              <a:t>": [</a:t>
            </a:r>
          </a:p>
          <a:p>
            <a:r>
              <a:rPr lang="ko-KR" altLang="en-US" sz="800" dirty="0"/>
              <a:t>        {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34.9811,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128.9101 },</a:t>
            </a:r>
          </a:p>
          <a:p>
            <a:r>
              <a:rPr lang="ko-KR" altLang="en-US" sz="800" dirty="0"/>
              <a:t>        {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35.0112,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129.0005 }</a:t>
            </a:r>
          </a:p>
          <a:p>
            <a:r>
              <a:rPr lang="ko-KR" altLang="en-US" sz="800" dirty="0"/>
              <a:t>      ]</a:t>
            </a:r>
          </a:p>
          <a:p>
            <a:r>
              <a:rPr lang="ko-KR" altLang="en-US" sz="800" dirty="0"/>
              <a:t>    }</a:t>
            </a:r>
          </a:p>
          <a:p>
            <a:r>
              <a:rPr lang="ko-KR" altLang="en-US" sz="800" dirty="0"/>
              <a:t>  ],</a:t>
            </a:r>
          </a:p>
          <a:p>
            <a:r>
              <a:rPr lang="ko-KR" altLang="en-US" sz="800" dirty="0"/>
              <a:t>  "</a:t>
            </a:r>
            <a:r>
              <a:rPr lang="ko-KR" altLang="en-US" sz="800" dirty="0" err="1"/>
              <a:t>accidents</a:t>
            </a:r>
            <a:r>
              <a:rPr lang="ko-KR" altLang="en-US" sz="800" dirty="0"/>
              <a:t>": [</a:t>
            </a:r>
          </a:p>
          <a:p>
            <a:r>
              <a:rPr lang="ko-KR" altLang="en-US" sz="800" dirty="0"/>
              <a:t>    {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id</a:t>
            </a:r>
            <a:r>
              <a:rPr lang="ko-KR" altLang="en-US" sz="800" dirty="0"/>
              <a:t>": "A001",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type</a:t>
            </a:r>
            <a:r>
              <a:rPr lang="ko-KR" altLang="en-US" sz="800" dirty="0"/>
              <a:t>": "충돌",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label</a:t>
            </a:r>
            <a:r>
              <a:rPr lang="ko-KR" altLang="en-US" sz="800" dirty="0"/>
              <a:t>": "사고 다발",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center</a:t>
            </a:r>
            <a:r>
              <a:rPr lang="ko-KR" altLang="en-US" sz="800" dirty="0"/>
              <a:t>": {</a:t>
            </a:r>
          </a:p>
          <a:p>
            <a:r>
              <a:rPr lang="ko-KR" altLang="en-US" sz="800" dirty="0"/>
              <a:t>       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35.1500,</a:t>
            </a:r>
          </a:p>
          <a:p>
            <a:r>
              <a:rPr lang="ko-KR" altLang="en-US" sz="800" dirty="0"/>
              <a:t>       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129.1200</a:t>
            </a:r>
          </a:p>
          <a:p>
            <a:r>
              <a:rPr lang="ko-KR" altLang="en-US" sz="800" dirty="0"/>
              <a:t>      },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radius</a:t>
            </a:r>
            <a:r>
              <a:rPr lang="ko-KR" altLang="en-US" sz="800" dirty="0"/>
              <a:t>": 800,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count</a:t>
            </a:r>
            <a:r>
              <a:rPr lang="ko-KR" altLang="en-US" sz="800" dirty="0"/>
              <a:t>": 12</a:t>
            </a:r>
          </a:p>
          <a:p>
            <a:r>
              <a:rPr lang="ko-KR" altLang="en-US" sz="800" dirty="0"/>
              <a:t>    },</a:t>
            </a:r>
          </a:p>
          <a:p>
            <a:r>
              <a:rPr lang="ko-KR" altLang="en-US" sz="800" dirty="0"/>
              <a:t>    {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id</a:t>
            </a:r>
            <a:r>
              <a:rPr lang="ko-KR" altLang="en-US" sz="800" dirty="0"/>
              <a:t>": "A002",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type</a:t>
            </a:r>
            <a:r>
              <a:rPr lang="ko-KR" altLang="en-US" sz="800" dirty="0"/>
              <a:t>": "좌초",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label</a:t>
            </a:r>
            <a:r>
              <a:rPr lang="ko-KR" altLang="en-US" sz="800" dirty="0"/>
              <a:t>": "사고 발생",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center</a:t>
            </a:r>
            <a:r>
              <a:rPr lang="ko-KR" altLang="en-US" sz="800" dirty="0"/>
              <a:t>": {</a:t>
            </a:r>
          </a:p>
          <a:p>
            <a:r>
              <a:rPr lang="ko-KR" altLang="en-US" sz="800" dirty="0"/>
              <a:t>       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35.2100,</a:t>
            </a:r>
          </a:p>
          <a:p>
            <a:r>
              <a:rPr lang="ko-KR" altLang="en-US" sz="800" dirty="0"/>
              <a:t>       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129.2000</a:t>
            </a:r>
          </a:p>
          <a:p>
            <a:r>
              <a:rPr lang="ko-KR" altLang="en-US" sz="800" dirty="0"/>
              <a:t>      },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radius</a:t>
            </a:r>
            <a:r>
              <a:rPr lang="ko-KR" altLang="en-US" sz="800" dirty="0"/>
              <a:t>": 500,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count</a:t>
            </a:r>
            <a:r>
              <a:rPr lang="ko-KR" altLang="en-US" sz="800" dirty="0"/>
              <a:t>": 4</a:t>
            </a:r>
          </a:p>
          <a:p>
            <a:r>
              <a:rPr lang="ko-KR" altLang="en-US" sz="800" dirty="0"/>
              <a:t>    }</a:t>
            </a:r>
          </a:p>
          <a:p>
            <a:r>
              <a:rPr lang="ko-KR" altLang="en-US" sz="800" dirty="0"/>
              <a:t>  ],</a:t>
            </a:r>
          </a:p>
          <a:p>
            <a:r>
              <a:rPr lang="ko-KR" altLang="en-US" sz="800" dirty="0"/>
              <a:t>  "</a:t>
            </a:r>
            <a:r>
              <a:rPr lang="ko-KR" altLang="en-US" sz="800" dirty="0" err="1"/>
              <a:t>labels</a:t>
            </a:r>
            <a:r>
              <a:rPr lang="ko-KR" altLang="en-US" sz="800" dirty="0"/>
              <a:t>": [</a:t>
            </a:r>
          </a:p>
          <a:p>
            <a:r>
              <a:rPr lang="ko-KR" altLang="en-US" sz="800" dirty="0"/>
              <a:t>    {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text</a:t>
            </a:r>
            <a:r>
              <a:rPr lang="ko-KR" altLang="en-US" sz="800" dirty="0"/>
              <a:t>": "사고 발생",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35.2100,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129.2000</a:t>
            </a:r>
          </a:p>
          <a:p>
            <a:r>
              <a:rPr lang="ko-KR" altLang="en-US" sz="800" dirty="0"/>
              <a:t>    },</a:t>
            </a:r>
          </a:p>
          <a:p>
            <a:r>
              <a:rPr lang="ko-KR" altLang="en-US" sz="800" dirty="0"/>
              <a:t>    {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text</a:t>
            </a:r>
            <a:r>
              <a:rPr lang="ko-KR" altLang="en-US" sz="800" dirty="0"/>
              <a:t>": "사고 다발",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lat</a:t>
            </a:r>
            <a:r>
              <a:rPr lang="ko-KR" altLang="en-US" sz="800" dirty="0"/>
              <a:t>": 35.1500,</a:t>
            </a:r>
          </a:p>
          <a:p>
            <a:r>
              <a:rPr lang="ko-KR" altLang="en-US" sz="800" dirty="0"/>
              <a:t>      "</a:t>
            </a:r>
            <a:r>
              <a:rPr lang="ko-KR" altLang="en-US" sz="800" dirty="0" err="1"/>
              <a:t>lng</a:t>
            </a:r>
            <a:r>
              <a:rPr lang="ko-KR" altLang="en-US" sz="800" dirty="0"/>
              <a:t>": 129.1200</a:t>
            </a:r>
          </a:p>
          <a:p>
            <a:r>
              <a:rPr lang="ko-KR" altLang="en-US" sz="800" dirty="0"/>
              <a:t>    }</a:t>
            </a:r>
          </a:p>
          <a:p>
            <a:r>
              <a:rPr lang="ko-KR" altLang="en-US" sz="800" dirty="0"/>
              <a:t>  ]</a:t>
            </a:r>
          </a:p>
          <a:p>
            <a:r>
              <a:rPr lang="ko-KR" altLang="en-US" sz="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147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16701</TotalTime>
  <Words>543</Words>
  <Application>Microsoft Office PowerPoint</Application>
  <PresentationFormat>화면 슬라이드 쇼(4:3)</PresentationFormat>
  <Paragraphs>108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KoPubWorld돋움체 Bold</vt:lpstr>
      <vt:lpstr>S-Core Dream 6 Bold</vt:lpstr>
      <vt:lpstr>맑은 고딕</vt:lpstr>
      <vt:lpstr>에스코어 드림 8 Heavy</vt:lpstr>
      <vt:lpstr>S-Core Dream 7 ExtraBold</vt:lpstr>
      <vt:lpstr>Arial</vt:lpstr>
      <vt:lpstr>굴림</vt:lpstr>
      <vt:lpstr>에스코어 드림 4 Regular</vt:lpstr>
      <vt:lpstr>KoPub돋움체 Bold</vt:lpstr>
      <vt:lpstr>S-Core Dream 8 Heavy</vt:lpstr>
      <vt:lpstr>Wingdings</vt:lpstr>
      <vt:lpstr>Office 테마</vt:lpstr>
      <vt:lpstr>PowerPoint 프레젠테이션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KOICA</dc:creator>
  <cp:lastModifiedBy>정봉원</cp:lastModifiedBy>
  <cp:revision>1975</cp:revision>
  <cp:lastPrinted>2024-11-18T12:21:53Z</cp:lastPrinted>
  <dcterms:created xsi:type="dcterms:W3CDTF">2010-08-04T00:52:44Z</dcterms:created>
  <dcterms:modified xsi:type="dcterms:W3CDTF">2026-03-09T09:48:59Z</dcterms:modified>
</cp:coreProperties>
</file>